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88" r:id="rId4"/>
    <p:sldId id="287" r:id="rId5"/>
    <p:sldId id="289" r:id="rId6"/>
    <p:sldId id="258" r:id="rId7"/>
    <p:sldId id="268" r:id="rId8"/>
    <p:sldId id="259" r:id="rId9"/>
    <p:sldId id="260" r:id="rId10"/>
    <p:sldId id="261" r:id="rId11"/>
    <p:sldId id="262" r:id="rId12"/>
    <p:sldId id="267" r:id="rId13"/>
    <p:sldId id="263" r:id="rId14"/>
    <p:sldId id="264" r:id="rId15"/>
    <p:sldId id="265" r:id="rId16"/>
    <p:sldId id="266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6" r:id="rId3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D5B6DE-1175-45D9-83FC-EF03B6EF9379}" v="85" dt="2026-03-16T11:04:31.273"/>
    <p1510:client id="{0ABE55B3-21E7-7309-922B-E995CF836E6C}" v="1301" dt="2026-03-16T20:48:00.224"/>
    <p1510:client id="{1CCA5D4F-E60F-CD27-A49D-24BC89E29C9A}" v="521" dt="2026-03-17T06:41:03.789"/>
    <p1510:client id="{33368BCE-52DF-CD70-CBB5-27B75BC1EC67}" v="924" dt="2026-03-16T14:39:11.650"/>
    <p1510:client id="{33C6D8AC-0B86-5F24-ACD9-719B5FD47453}" v="156" dt="2026-03-17T05:30:43.115"/>
    <p1510:client id="{55FB46F8-D874-092B-EB60-4E62C3A86B77}" v="1" dt="2026-03-18T04:12:40.692"/>
    <p1510:client id="{63761EE9-A897-7D76-B936-24C16F80CDF7}" v="761" dt="2026-03-17T04:53:29.412"/>
    <p1510:client id="{A2815254-57E5-9DA5-D501-79A09EACC1A2}" v="26" dt="2026-03-17T03:56:29.749"/>
    <p1510:client id="{AEA4D660-4B69-E87B-74B9-773301CF02F0}" v="255" dt="2026-03-17T03:46:36.375"/>
    <p1510:client id="{BBA8004C-7CC4-C50C-0BA5-F2C4809953F2}" v="125" dt="2026-03-16T14:51:45.303"/>
    <p1510:client id="{D89D1FCB-A6C7-4705-BBCF-2D6C06AEC2DF}" v="144" dt="2026-03-16T13:56:51.867"/>
    <p1510:client id="{E4D38DAE-0A92-434A-A8D1-66C41E5A25C2}" v="98" dt="2026-03-16T11:24:19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rga prasad Manukonda" userId="fb47714f5738b1a5" providerId="Windows Live" clId="Web-{A2815254-57E5-9DA5-D501-79A09EACC1A2}"/>
    <pc:docChg chg="modSld">
      <pc:chgData name="Durga prasad Manukonda" userId="fb47714f5738b1a5" providerId="Windows Live" clId="Web-{A2815254-57E5-9DA5-D501-79A09EACC1A2}" dt="2026-03-17T03:56:29.749" v="25"/>
      <pc:docMkLst>
        <pc:docMk/>
      </pc:docMkLst>
      <pc:sldChg chg="addAnim modAnim">
        <pc:chgData name="Durga prasad Manukonda" userId="fb47714f5738b1a5" providerId="Windows Live" clId="Web-{A2815254-57E5-9DA5-D501-79A09EACC1A2}" dt="2026-03-17T03:56:29.749" v="25"/>
        <pc:sldMkLst>
          <pc:docMk/>
          <pc:sldMk cId="3185035822" sldId="274"/>
        </pc:sldMkLst>
      </pc:sldChg>
    </pc:docChg>
  </pc:docChgLst>
  <pc:docChgLst>
    <pc:chgData name="Durga prasad Manukonda" userId="fb47714f5738b1a5" providerId="Windows Live" clId="Web-{55FB46F8-D874-092B-EB60-4E62C3A86B77}"/>
    <pc:docChg chg="delSld">
      <pc:chgData name="Durga prasad Manukonda" userId="fb47714f5738b1a5" providerId="Windows Live" clId="Web-{55FB46F8-D874-092B-EB60-4E62C3A86B77}" dt="2026-03-18T04:12:40.692" v="0"/>
      <pc:docMkLst>
        <pc:docMk/>
      </pc:docMkLst>
      <pc:sldChg chg="del">
        <pc:chgData name="Durga prasad Manukonda" userId="fb47714f5738b1a5" providerId="Windows Live" clId="Web-{55FB46F8-D874-092B-EB60-4E62C3A86B77}" dt="2026-03-18T04:12:40.692" v="0"/>
        <pc:sldMkLst>
          <pc:docMk/>
          <pc:sldMk cId="1480897430" sldId="285"/>
        </pc:sldMkLst>
      </pc:sldChg>
    </pc:docChg>
  </pc:docChgLst>
  <pc:docChgLst>
    <pc:chgData name="Durga prasad Manukonda" userId="fb47714f5738b1a5" providerId="Windows Live" clId="Web-{1CCA5D4F-E60F-CD27-A49D-24BC89E29C9A}"/>
    <pc:docChg chg="addSld modSld sldOrd">
      <pc:chgData name="Durga prasad Manukonda" userId="fb47714f5738b1a5" providerId="Windows Live" clId="Web-{1CCA5D4F-E60F-CD27-A49D-24BC89E29C9A}" dt="2026-03-17T06:41:03.789" v="468"/>
      <pc:docMkLst>
        <pc:docMk/>
      </pc:docMkLst>
      <pc:sldChg chg="addAnim modAnim">
        <pc:chgData name="Durga prasad Manukonda" userId="fb47714f5738b1a5" providerId="Windows Live" clId="Web-{1CCA5D4F-E60F-CD27-A49D-24BC89E29C9A}" dt="2026-03-17T05:44:06.801" v="58"/>
        <pc:sldMkLst>
          <pc:docMk/>
          <pc:sldMk cId="1583422330" sldId="280"/>
        </pc:sldMkLst>
      </pc:sldChg>
      <pc:sldChg chg="modSp addAnim modAnim">
        <pc:chgData name="Durga prasad Manukonda" userId="fb47714f5738b1a5" providerId="Windows Live" clId="Web-{1CCA5D4F-E60F-CD27-A49D-24BC89E29C9A}" dt="2026-03-17T05:44:41.084" v="66"/>
        <pc:sldMkLst>
          <pc:docMk/>
          <pc:sldMk cId="1308417388" sldId="281"/>
        </pc:sldMkLst>
        <pc:graphicFrameChg chg="mod modGraphic">
          <ac:chgData name="Durga prasad Manukonda" userId="fb47714f5738b1a5" providerId="Windows Live" clId="Web-{1CCA5D4F-E60F-CD27-A49D-24BC89E29C9A}" dt="2026-03-17T05:42:52.546" v="27"/>
          <ac:graphicFrameMkLst>
            <pc:docMk/>
            <pc:sldMk cId="1308417388" sldId="281"/>
            <ac:graphicFrameMk id="4" creationId="{D4A2D9F2-F38C-A2E5-F992-FC12F7F40B73}"/>
          </ac:graphicFrameMkLst>
        </pc:graphicFrameChg>
      </pc:sldChg>
      <pc:sldChg chg="addSp delSp modSp new addAnim modAnim">
        <pc:chgData name="Durga prasad Manukonda" userId="fb47714f5738b1a5" providerId="Windows Live" clId="Web-{1CCA5D4F-E60F-CD27-A49D-24BC89E29C9A}" dt="2026-03-17T05:54:30.585" v="135"/>
        <pc:sldMkLst>
          <pc:docMk/>
          <pc:sldMk cId="2909272626" sldId="282"/>
        </pc:sldMkLst>
        <pc:spChg chg="mod">
          <ac:chgData name="Durga prasad Manukonda" userId="fb47714f5738b1a5" providerId="Windows Live" clId="Web-{1CCA5D4F-E60F-CD27-A49D-24BC89E29C9A}" dt="2026-03-17T05:47:47.154" v="94" actId="1076"/>
          <ac:spMkLst>
            <pc:docMk/>
            <pc:sldMk cId="2909272626" sldId="282"/>
            <ac:spMk id="2" creationId="{395838CD-FF94-AA7D-ECC2-00FD82FB3CB1}"/>
          </ac:spMkLst>
        </pc:spChg>
        <pc:spChg chg="del mod">
          <ac:chgData name="Durga prasad Manukonda" userId="fb47714f5738b1a5" providerId="Windows Live" clId="Web-{1CCA5D4F-E60F-CD27-A49D-24BC89E29C9A}" dt="2026-03-17T05:48:40.265" v="95"/>
          <ac:spMkLst>
            <pc:docMk/>
            <pc:sldMk cId="2909272626" sldId="282"/>
            <ac:spMk id="3" creationId="{8CF24F5A-8A0A-D86A-EBF7-85590B912156}"/>
          </ac:spMkLst>
        </pc:spChg>
        <pc:spChg chg="add mod">
          <ac:chgData name="Durga prasad Manukonda" userId="fb47714f5738b1a5" providerId="Windows Live" clId="Web-{1CCA5D4F-E60F-CD27-A49D-24BC89E29C9A}" dt="2026-03-17T05:49:21.703" v="107" actId="1076"/>
          <ac:spMkLst>
            <pc:docMk/>
            <pc:sldMk cId="2909272626" sldId="282"/>
            <ac:spMk id="5" creationId="{FE940E78-55EF-9935-3DA3-B08A52E2A660}"/>
          </ac:spMkLst>
        </pc:spChg>
        <pc:picChg chg="add mod ord">
          <ac:chgData name="Durga prasad Manukonda" userId="fb47714f5738b1a5" providerId="Windows Live" clId="Web-{1CCA5D4F-E60F-CD27-A49D-24BC89E29C9A}" dt="2026-03-17T05:52:25.957" v="112" actId="14100"/>
          <ac:picMkLst>
            <pc:docMk/>
            <pc:sldMk cId="2909272626" sldId="282"/>
            <ac:picMk id="4" creationId="{D68CC345-E494-0445-CA14-C55CDA9BBDDC}"/>
          </ac:picMkLst>
        </pc:picChg>
        <pc:picChg chg="add mod">
          <ac:chgData name="Durga prasad Manukonda" userId="fb47714f5738b1a5" providerId="Windows Live" clId="Web-{1CCA5D4F-E60F-CD27-A49D-24BC89E29C9A}" dt="2026-03-17T05:53:29.490" v="119" actId="14100"/>
          <ac:picMkLst>
            <pc:docMk/>
            <pc:sldMk cId="2909272626" sldId="282"/>
            <ac:picMk id="6" creationId="{85E80B74-3AD3-90B8-4CDE-E167310738B9}"/>
          </ac:picMkLst>
        </pc:picChg>
      </pc:sldChg>
      <pc:sldChg chg="addSp delSp modSp new addAnim modAnim">
        <pc:chgData name="Durga prasad Manukonda" userId="fb47714f5738b1a5" providerId="Windows Live" clId="Web-{1CCA5D4F-E60F-CD27-A49D-24BC89E29C9A}" dt="2026-03-17T06:02:35.923" v="184"/>
        <pc:sldMkLst>
          <pc:docMk/>
          <pc:sldMk cId="810366812" sldId="283"/>
        </pc:sldMkLst>
        <pc:spChg chg="mod">
          <ac:chgData name="Durga prasad Manukonda" userId="fb47714f5738b1a5" providerId="Windows Live" clId="Web-{1CCA5D4F-E60F-CD27-A49D-24BC89E29C9A}" dt="2026-03-17T05:57:35.183" v="142" actId="14100"/>
          <ac:spMkLst>
            <pc:docMk/>
            <pc:sldMk cId="810366812" sldId="283"/>
            <ac:spMk id="2" creationId="{4AD94548-2080-B6C7-315B-78515F278AEA}"/>
          </ac:spMkLst>
        </pc:spChg>
        <pc:spChg chg="del mod">
          <ac:chgData name="Durga prasad Manukonda" userId="fb47714f5738b1a5" providerId="Windows Live" clId="Web-{1CCA5D4F-E60F-CD27-A49D-24BC89E29C9A}" dt="2026-03-17T05:57:49.700" v="144"/>
          <ac:spMkLst>
            <pc:docMk/>
            <pc:sldMk cId="810366812" sldId="283"/>
            <ac:spMk id="3" creationId="{DFD76091-A28C-0E41-B532-1F6D03F908E0}"/>
          </ac:spMkLst>
        </pc:spChg>
        <pc:spChg chg="add mod">
          <ac:chgData name="Durga prasad Manukonda" userId="fb47714f5738b1a5" providerId="Windows Live" clId="Web-{1CCA5D4F-E60F-CD27-A49D-24BC89E29C9A}" dt="2026-03-17T05:59:13.489" v="164" actId="1076"/>
          <ac:spMkLst>
            <pc:docMk/>
            <pc:sldMk cId="810366812" sldId="283"/>
            <ac:spMk id="5" creationId="{0D4F8B2F-513A-D365-1992-AC27A3050206}"/>
          </ac:spMkLst>
        </pc:spChg>
        <pc:picChg chg="add mod ord">
          <ac:chgData name="Durga prasad Manukonda" userId="fb47714f5738b1a5" providerId="Windows Live" clId="Web-{1CCA5D4F-E60F-CD27-A49D-24BC89E29C9A}" dt="2026-03-17T05:59:09.004" v="163" actId="1076"/>
          <ac:picMkLst>
            <pc:docMk/>
            <pc:sldMk cId="810366812" sldId="283"/>
            <ac:picMk id="4" creationId="{2313CDCF-7BB9-7783-5C3E-F7F27483A5EB}"/>
          </ac:picMkLst>
        </pc:picChg>
        <pc:picChg chg="add mod">
          <ac:chgData name="Durga prasad Manukonda" userId="fb47714f5738b1a5" providerId="Windows Live" clId="Web-{1CCA5D4F-E60F-CD27-A49D-24BC89E29C9A}" dt="2026-03-17T05:59:18.458" v="165" actId="1076"/>
          <ac:picMkLst>
            <pc:docMk/>
            <pc:sldMk cId="810366812" sldId="283"/>
            <ac:picMk id="6" creationId="{9F5A4FCB-CAAA-180B-7439-C80FF7516AB3}"/>
          </ac:picMkLst>
        </pc:picChg>
      </pc:sldChg>
      <pc:sldChg chg="modSp new ord addAnim modAnim">
        <pc:chgData name="Durga prasad Manukonda" userId="fb47714f5738b1a5" providerId="Windows Live" clId="Web-{1CCA5D4F-E60F-CD27-A49D-24BC89E29C9A}" dt="2026-03-17T06:09:09.231" v="262"/>
        <pc:sldMkLst>
          <pc:docMk/>
          <pc:sldMk cId="2623482693" sldId="284"/>
        </pc:sldMkLst>
        <pc:spChg chg="mod">
          <ac:chgData name="Durga prasad Manukonda" userId="fb47714f5738b1a5" providerId="Windows Live" clId="Web-{1CCA5D4F-E60F-CD27-A49D-24BC89E29C9A}" dt="2026-03-17T06:03:13.518" v="197" actId="20577"/>
          <ac:spMkLst>
            <pc:docMk/>
            <pc:sldMk cId="2623482693" sldId="284"/>
            <ac:spMk id="2" creationId="{A8CD5DD0-C107-F88B-C249-E4C885E39744}"/>
          </ac:spMkLst>
        </pc:spChg>
        <pc:spChg chg="mod">
          <ac:chgData name="Durga prasad Manukonda" userId="fb47714f5738b1a5" providerId="Windows Live" clId="Web-{1CCA5D4F-E60F-CD27-A49D-24BC89E29C9A}" dt="2026-03-17T06:04:03.535" v="206" actId="20577"/>
          <ac:spMkLst>
            <pc:docMk/>
            <pc:sldMk cId="2623482693" sldId="284"/>
            <ac:spMk id="3" creationId="{6354A514-0CC1-F9B8-33DC-3D48DAD90244}"/>
          </ac:spMkLst>
        </pc:spChg>
      </pc:sldChg>
      <pc:sldChg chg="add replId">
        <pc:chgData name="Durga prasad Manukonda" userId="fb47714f5738b1a5" providerId="Windows Live" clId="Web-{1CCA5D4F-E60F-CD27-A49D-24BC89E29C9A}" dt="2026-03-17T06:03:24.643" v="199"/>
        <pc:sldMkLst>
          <pc:docMk/>
          <pc:sldMk cId="1480897430" sldId="285"/>
        </pc:sldMkLst>
      </pc:sldChg>
      <pc:sldChg chg="addSp delSp modSp new mod modClrScheme addAnim delAnim modAnim chgLayout">
        <pc:chgData name="Durga prasad Manukonda" userId="fb47714f5738b1a5" providerId="Windows Live" clId="Web-{1CCA5D4F-E60F-CD27-A49D-24BC89E29C9A}" dt="2026-03-17T06:12:10.734" v="283"/>
        <pc:sldMkLst>
          <pc:docMk/>
          <pc:sldMk cId="4136501174" sldId="286"/>
        </pc:sldMkLst>
        <pc:spChg chg="del">
          <ac:chgData name="Durga prasad Manukonda" userId="fb47714f5738b1a5" providerId="Windows Live" clId="Web-{1CCA5D4F-E60F-CD27-A49D-24BC89E29C9A}" dt="2026-03-17T06:05:52.632" v="216"/>
          <ac:spMkLst>
            <pc:docMk/>
            <pc:sldMk cId="4136501174" sldId="286"/>
            <ac:spMk id="2" creationId="{611B8949-2699-BDA4-2137-2F77B9BE92AB}"/>
          </ac:spMkLst>
        </pc:spChg>
        <pc:spChg chg="del mod">
          <ac:chgData name="Durga prasad Manukonda" userId="fb47714f5738b1a5" providerId="Windows Live" clId="Web-{1CCA5D4F-E60F-CD27-A49D-24BC89E29C9A}" dt="2026-03-17T06:05:52.632" v="216"/>
          <ac:spMkLst>
            <pc:docMk/>
            <pc:sldMk cId="4136501174" sldId="286"/>
            <ac:spMk id="3" creationId="{1ACF9C52-8AC3-72DF-53A5-F7576831B22D}"/>
          </ac:spMkLst>
        </pc:spChg>
        <pc:spChg chg="add mod">
          <ac:chgData name="Durga prasad Manukonda" userId="fb47714f5738b1a5" providerId="Windows Live" clId="Web-{1CCA5D4F-E60F-CD27-A49D-24BC89E29C9A}" dt="2026-03-17T06:07:37.651" v="233" actId="1076"/>
          <ac:spMkLst>
            <pc:docMk/>
            <pc:sldMk cId="4136501174" sldId="286"/>
            <ac:spMk id="4" creationId="{4AFC596D-0921-5FDE-F75D-91F4778BBB67}"/>
          </ac:spMkLst>
        </pc:spChg>
      </pc:sldChg>
      <pc:sldChg chg="addSp modSp new mod ord modClrScheme addAnim modAnim chgLayout">
        <pc:chgData name="Durga prasad Manukonda" userId="fb47714f5738b1a5" providerId="Windows Live" clId="Web-{1CCA5D4F-E60F-CD27-A49D-24BC89E29C9A}" dt="2026-03-17T06:25:18.550" v="326"/>
        <pc:sldMkLst>
          <pc:docMk/>
          <pc:sldMk cId="1235040164" sldId="287"/>
        </pc:sldMkLst>
        <pc:spChg chg="add mod">
          <ac:chgData name="Durga prasad Manukonda" userId="fb47714f5738b1a5" providerId="Windows Live" clId="Web-{1CCA5D4F-E60F-CD27-A49D-24BC89E29C9A}" dt="2026-03-17T06:22:32.343" v="292" actId="20577"/>
          <ac:spMkLst>
            <pc:docMk/>
            <pc:sldMk cId="1235040164" sldId="287"/>
            <ac:spMk id="2" creationId="{2A512266-DE50-55F2-060F-CC32045AA649}"/>
          </ac:spMkLst>
        </pc:spChg>
        <pc:spChg chg="add mod">
          <ac:chgData name="Durga prasad Manukonda" userId="fb47714f5738b1a5" providerId="Windows Live" clId="Web-{1CCA5D4F-E60F-CD27-A49D-24BC89E29C9A}" dt="2026-03-17T06:23:25.985" v="299" actId="20577"/>
          <ac:spMkLst>
            <pc:docMk/>
            <pc:sldMk cId="1235040164" sldId="287"/>
            <ac:spMk id="3" creationId="{D56F70A4-A4E0-0DA5-4E36-E99E1A3E5604}"/>
          </ac:spMkLst>
        </pc:spChg>
      </pc:sldChg>
      <pc:sldChg chg="addSp modSp new mod ord modClrScheme addAnim modAnim chgLayout">
        <pc:chgData name="Durga prasad Manukonda" userId="fb47714f5738b1a5" providerId="Windows Live" clId="Web-{1CCA5D4F-E60F-CD27-A49D-24BC89E29C9A}" dt="2026-03-17T06:32:52.597" v="379"/>
        <pc:sldMkLst>
          <pc:docMk/>
          <pc:sldMk cId="3943246609" sldId="288"/>
        </pc:sldMkLst>
        <pc:spChg chg="add mod">
          <ac:chgData name="Durga prasad Manukonda" userId="fb47714f5738b1a5" providerId="Windows Live" clId="Web-{1CCA5D4F-E60F-CD27-A49D-24BC89E29C9A}" dt="2026-03-17T06:29:27.570" v="336" actId="1076"/>
          <ac:spMkLst>
            <pc:docMk/>
            <pc:sldMk cId="3943246609" sldId="288"/>
            <ac:spMk id="2" creationId="{54C05E95-0948-99AA-2191-28BD3E3A8136}"/>
          </ac:spMkLst>
        </pc:spChg>
        <pc:spChg chg="add mod">
          <ac:chgData name="Durga prasad Manukonda" userId="fb47714f5738b1a5" providerId="Windows Live" clId="Web-{1CCA5D4F-E60F-CD27-A49D-24BC89E29C9A}" dt="2026-03-17T06:30:51.212" v="346" actId="20577"/>
          <ac:spMkLst>
            <pc:docMk/>
            <pc:sldMk cId="3943246609" sldId="288"/>
            <ac:spMk id="3" creationId="{4018B8DC-28F3-EE57-CE6F-3B1ACDE22D26}"/>
          </ac:spMkLst>
        </pc:spChg>
      </pc:sldChg>
      <pc:sldChg chg="addSp delSp modSp new ord addAnim modAnim">
        <pc:chgData name="Durga prasad Manukonda" userId="fb47714f5738b1a5" providerId="Windows Live" clId="Web-{1CCA5D4F-E60F-CD27-A49D-24BC89E29C9A}" dt="2026-03-17T06:41:03.789" v="468"/>
        <pc:sldMkLst>
          <pc:docMk/>
          <pc:sldMk cId="3714454231" sldId="289"/>
        </pc:sldMkLst>
        <pc:spChg chg="mod">
          <ac:chgData name="Durga prasad Manukonda" userId="fb47714f5738b1a5" providerId="Windows Live" clId="Web-{1CCA5D4F-E60F-CD27-A49D-24BC89E29C9A}" dt="2026-03-17T06:39:52.180" v="448" actId="20577"/>
          <ac:spMkLst>
            <pc:docMk/>
            <pc:sldMk cId="3714454231" sldId="289"/>
            <ac:spMk id="2" creationId="{60173053-16FB-731B-B753-EA3C2401125F}"/>
          </ac:spMkLst>
        </pc:spChg>
        <pc:spChg chg="del mod">
          <ac:chgData name="Durga prasad Manukonda" userId="fb47714f5738b1a5" providerId="Windows Live" clId="Web-{1CCA5D4F-E60F-CD27-A49D-24BC89E29C9A}" dt="2026-03-17T06:37:53.035" v="414"/>
          <ac:spMkLst>
            <pc:docMk/>
            <pc:sldMk cId="3714454231" sldId="289"/>
            <ac:spMk id="3" creationId="{AF10EF1F-D6D2-44C3-2FCD-C25B9A27A74F}"/>
          </ac:spMkLst>
        </pc:spChg>
        <pc:spChg chg="add mod">
          <ac:chgData name="Durga prasad Manukonda" userId="fb47714f5738b1a5" providerId="Windows Live" clId="Web-{1CCA5D4F-E60F-CD27-A49D-24BC89E29C9A}" dt="2026-03-17T06:37:31.394" v="412" actId="14100"/>
          <ac:spMkLst>
            <pc:docMk/>
            <pc:sldMk cId="3714454231" sldId="289"/>
            <ac:spMk id="4" creationId="{FF1A9107-7FDE-BD21-D2EC-D8C740AB7F93}"/>
          </ac:spMkLst>
        </pc:spChg>
        <pc:spChg chg="add del">
          <ac:chgData name="Durga prasad Manukonda" userId="fb47714f5738b1a5" providerId="Windows Live" clId="Web-{1CCA5D4F-E60F-CD27-A49D-24BC89E29C9A}" dt="2026-03-17T06:38:12.817" v="417"/>
          <ac:spMkLst>
            <pc:docMk/>
            <pc:sldMk cId="3714454231" sldId="289"/>
            <ac:spMk id="6" creationId="{8743ED7E-8ED6-767A-8C16-133FA01EEB8B}"/>
          </ac:spMkLst>
        </pc:spChg>
        <pc:spChg chg="add del">
          <ac:chgData name="Durga prasad Manukonda" userId="fb47714f5738b1a5" providerId="Windows Live" clId="Web-{1CCA5D4F-E60F-CD27-A49D-24BC89E29C9A}" dt="2026-03-17T06:38:18.255" v="419"/>
          <ac:spMkLst>
            <pc:docMk/>
            <pc:sldMk cId="3714454231" sldId="289"/>
            <ac:spMk id="7" creationId="{D455C6C7-A708-81BE-E376-C130ADD89D0D}"/>
          </ac:spMkLst>
        </pc:spChg>
        <pc:spChg chg="add mod">
          <ac:chgData name="Durga prasad Manukonda" userId="fb47714f5738b1a5" providerId="Windows Live" clId="Web-{1CCA5D4F-E60F-CD27-A49D-24BC89E29C9A}" dt="2026-03-17T06:38:51.068" v="431" actId="1076"/>
          <ac:spMkLst>
            <pc:docMk/>
            <pc:sldMk cId="3714454231" sldId="289"/>
            <ac:spMk id="8" creationId="{D3310110-0BBA-E217-2119-A6BED3C56BAF}"/>
          </ac:spMkLst>
        </pc:spChg>
        <pc:picChg chg="add mod ord">
          <ac:chgData name="Durga prasad Manukonda" userId="fb47714f5738b1a5" providerId="Windows Live" clId="Web-{1CCA5D4F-E60F-CD27-A49D-24BC89E29C9A}" dt="2026-03-17T06:37:56.613" v="415" actId="1076"/>
          <ac:picMkLst>
            <pc:docMk/>
            <pc:sldMk cId="3714454231" sldId="289"/>
            <ac:picMk id="5" creationId="{853074DB-C441-D129-853A-B6F972600F7F}"/>
          </ac:picMkLst>
        </pc:picChg>
        <pc:picChg chg="add mod">
          <ac:chgData name="Durga prasad Manukonda" userId="fb47714f5738b1a5" providerId="Windows Live" clId="Web-{1CCA5D4F-E60F-CD27-A49D-24BC89E29C9A}" dt="2026-03-17T06:39:30.367" v="435" actId="14100"/>
          <ac:picMkLst>
            <pc:docMk/>
            <pc:sldMk cId="3714454231" sldId="289"/>
            <ac:picMk id="9" creationId="{62439375-3DB3-5D1E-5273-E98282922E8E}"/>
          </ac:picMkLst>
        </pc:picChg>
      </pc:sldChg>
    </pc:docChg>
  </pc:docChgLst>
  <pc:docChgLst>
    <pc:chgData name="Durga prasad Manukonda" userId="fb47714f5738b1a5" providerId="Windows Live" clId="Web-{D89D1FCB-A6C7-4705-BBCF-2D6C06AEC2DF}"/>
    <pc:docChg chg="addSld delSld modSld">
      <pc:chgData name="Durga prasad Manukonda" userId="fb47714f5738b1a5" providerId="Windows Live" clId="Web-{D89D1FCB-A6C7-4705-BBCF-2D6C06AEC2DF}" dt="2026-03-16T13:56:51.867" v="140"/>
      <pc:docMkLst>
        <pc:docMk/>
      </pc:docMkLst>
      <pc:sldChg chg="modSp">
        <pc:chgData name="Durga prasad Manukonda" userId="fb47714f5738b1a5" providerId="Windows Live" clId="Web-{D89D1FCB-A6C7-4705-BBCF-2D6C06AEC2DF}" dt="2026-03-16T11:28:35.636" v="7" actId="1076"/>
        <pc:sldMkLst>
          <pc:docMk/>
          <pc:sldMk cId="3549939788" sldId="259"/>
        </pc:sldMkLst>
        <pc:spChg chg="mod">
          <ac:chgData name="Durga prasad Manukonda" userId="fb47714f5738b1a5" providerId="Windows Live" clId="Web-{D89D1FCB-A6C7-4705-BBCF-2D6C06AEC2DF}" dt="2026-03-16T11:28:35.636" v="7" actId="1076"/>
          <ac:spMkLst>
            <pc:docMk/>
            <pc:sldMk cId="3549939788" sldId="259"/>
            <ac:spMk id="2" creationId="{4F7D11E1-65FD-2A0A-5090-3BD091909DEF}"/>
          </ac:spMkLst>
        </pc:spChg>
        <pc:spChg chg="mod">
          <ac:chgData name="Durga prasad Manukonda" userId="fb47714f5738b1a5" providerId="Windows Live" clId="Web-{D89D1FCB-A6C7-4705-BBCF-2D6C06AEC2DF}" dt="2026-03-16T11:28:19.683" v="6" actId="20577"/>
          <ac:spMkLst>
            <pc:docMk/>
            <pc:sldMk cId="3549939788" sldId="259"/>
            <ac:spMk id="3" creationId="{4EA972A0-AE35-AFD3-EEF2-5399F1F4713F}"/>
          </ac:spMkLst>
        </pc:spChg>
      </pc:sldChg>
      <pc:sldChg chg="addSp delSp modSp new">
        <pc:chgData name="Durga prasad Manukonda" userId="fb47714f5738b1a5" providerId="Windows Live" clId="Web-{D89D1FCB-A6C7-4705-BBCF-2D6C06AEC2DF}" dt="2026-03-16T13:19:43.357" v="40" actId="14100"/>
        <pc:sldMkLst>
          <pc:docMk/>
          <pc:sldMk cId="3126094017" sldId="260"/>
        </pc:sldMkLst>
        <pc:picChg chg="add mod ord">
          <ac:chgData name="Durga prasad Manukonda" userId="fb47714f5738b1a5" providerId="Windows Live" clId="Web-{D89D1FCB-A6C7-4705-BBCF-2D6C06AEC2DF}" dt="2026-03-16T13:19:43.357" v="40" actId="14100"/>
          <ac:picMkLst>
            <pc:docMk/>
            <pc:sldMk cId="3126094017" sldId="260"/>
            <ac:picMk id="4" creationId="{71D6C9CF-DFF0-F505-4BFC-29188A64BE04}"/>
          </ac:picMkLst>
        </pc:picChg>
      </pc:sldChg>
      <pc:sldChg chg="addSp delSp modSp new">
        <pc:chgData name="Durga prasad Manukonda" userId="fb47714f5738b1a5" providerId="Windows Live" clId="Web-{D89D1FCB-A6C7-4705-BBCF-2D6C06AEC2DF}" dt="2026-03-16T13:28:17.086" v="102" actId="1076"/>
        <pc:sldMkLst>
          <pc:docMk/>
          <pc:sldMk cId="240878674" sldId="261"/>
        </pc:sldMkLst>
        <pc:spChg chg="mod">
          <ac:chgData name="Durga prasad Manukonda" userId="fb47714f5738b1a5" providerId="Windows Live" clId="Web-{D89D1FCB-A6C7-4705-BBCF-2D6C06AEC2DF}" dt="2026-03-16T13:28:03.164" v="99" actId="14100"/>
          <ac:spMkLst>
            <pc:docMk/>
            <pc:sldMk cId="240878674" sldId="261"/>
            <ac:spMk id="2" creationId="{3B5C1988-4470-6639-1245-AE5329BF95EB}"/>
          </ac:spMkLst>
        </pc:spChg>
        <pc:picChg chg="add mod ord">
          <ac:chgData name="Durga prasad Manukonda" userId="fb47714f5738b1a5" providerId="Windows Live" clId="Web-{D89D1FCB-A6C7-4705-BBCF-2D6C06AEC2DF}" dt="2026-03-16T13:28:17.086" v="102" actId="1076"/>
          <ac:picMkLst>
            <pc:docMk/>
            <pc:sldMk cId="240878674" sldId="261"/>
            <ac:picMk id="4" creationId="{FAA302E0-E785-DE53-04A5-626E7FAE924C}"/>
          </ac:picMkLst>
        </pc:picChg>
      </pc:sldChg>
      <pc:sldChg chg="modSp new addAnim modAnim">
        <pc:chgData name="Durga prasad Manukonda" userId="fb47714f5738b1a5" providerId="Windows Live" clId="Web-{D89D1FCB-A6C7-4705-BBCF-2D6C06AEC2DF}" dt="2026-03-16T13:35:44.882" v="139"/>
        <pc:sldMkLst>
          <pc:docMk/>
          <pc:sldMk cId="2177726364" sldId="262"/>
        </pc:sldMkLst>
        <pc:spChg chg="mod">
          <ac:chgData name="Durga prasad Manukonda" userId="fb47714f5738b1a5" providerId="Windows Live" clId="Web-{D89D1FCB-A6C7-4705-BBCF-2D6C06AEC2DF}" dt="2026-03-16T13:31:49.916" v="116" actId="14100"/>
          <ac:spMkLst>
            <pc:docMk/>
            <pc:sldMk cId="2177726364" sldId="262"/>
            <ac:spMk id="2" creationId="{8C566819-3312-C346-9A07-5FE95E68D156}"/>
          </ac:spMkLst>
        </pc:spChg>
        <pc:spChg chg="mod">
          <ac:chgData name="Durga prasad Manukonda" userId="fb47714f5738b1a5" providerId="Windows Live" clId="Web-{D89D1FCB-A6C7-4705-BBCF-2D6C06AEC2DF}" dt="2026-03-16T13:35:07.224" v="128" actId="1076"/>
          <ac:spMkLst>
            <pc:docMk/>
            <pc:sldMk cId="2177726364" sldId="262"/>
            <ac:spMk id="3" creationId="{46941EE9-4B61-41A1-15DE-DDE1B1C6555A}"/>
          </ac:spMkLst>
        </pc:spChg>
      </pc:sldChg>
    </pc:docChg>
  </pc:docChgLst>
  <pc:docChgLst>
    <pc:chgData name="Durga prasad Manukonda" userId="fb47714f5738b1a5" providerId="Windows Live" clId="Web-{63761EE9-A897-7D76-B936-24C16F80CDF7}"/>
    <pc:docChg chg="addSld modSld">
      <pc:chgData name="Durga prasad Manukonda" userId="fb47714f5738b1a5" providerId="Windows Live" clId="Web-{63761EE9-A897-7D76-B936-24C16F80CDF7}" dt="2026-03-17T04:53:29.412" v="691"/>
      <pc:docMkLst>
        <pc:docMk/>
      </pc:docMkLst>
      <pc:sldChg chg="modSp">
        <pc:chgData name="Durga prasad Manukonda" userId="fb47714f5738b1a5" providerId="Windows Live" clId="Web-{63761EE9-A897-7D76-B936-24C16F80CDF7}" dt="2026-03-17T04:02:14.643" v="36"/>
        <pc:sldMkLst>
          <pc:docMk/>
          <pc:sldMk cId="2260793285" sldId="273"/>
        </pc:sldMkLst>
        <pc:graphicFrameChg chg="mod modGraphic">
          <ac:chgData name="Durga prasad Manukonda" userId="fb47714f5738b1a5" providerId="Windows Live" clId="Web-{63761EE9-A897-7D76-B936-24C16F80CDF7}" dt="2026-03-17T04:02:14.643" v="36"/>
          <ac:graphicFrameMkLst>
            <pc:docMk/>
            <pc:sldMk cId="2260793285" sldId="273"/>
            <ac:graphicFrameMk id="4" creationId="{59E57BAF-4C27-1AFE-9675-04272B928F55}"/>
          </ac:graphicFrameMkLst>
        </pc:graphicFrameChg>
      </pc:sldChg>
      <pc:sldChg chg="modSp new addAnim delAnim modAnim">
        <pc:chgData name="Durga prasad Manukonda" userId="fb47714f5738b1a5" providerId="Windows Live" clId="Web-{63761EE9-A897-7D76-B936-24C16F80CDF7}" dt="2026-03-17T04:15:37.471" v="419"/>
        <pc:sldMkLst>
          <pc:docMk/>
          <pc:sldMk cId="432854273" sldId="275"/>
        </pc:sldMkLst>
        <pc:spChg chg="mod">
          <ac:chgData name="Durga prasad Manukonda" userId="fb47714f5738b1a5" providerId="Windows Live" clId="Web-{63761EE9-A897-7D76-B936-24C16F80CDF7}" dt="2026-03-17T04:09:36.545" v="212" actId="1076"/>
          <ac:spMkLst>
            <pc:docMk/>
            <pc:sldMk cId="432854273" sldId="275"/>
            <ac:spMk id="2" creationId="{F9E116E8-CD87-85E3-990B-C88F9904BAF5}"/>
          </ac:spMkLst>
        </pc:spChg>
        <pc:spChg chg="mod">
          <ac:chgData name="Durga prasad Manukonda" userId="fb47714f5738b1a5" providerId="Windows Live" clId="Web-{63761EE9-A897-7D76-B936-24C16F80CDF7}" dt="2026-03-17T04:09:30.404" v="210" actId="14100"/>
          <ac:spMkLst>
            <pc:docMk/>
            <pc:sldMk cId="432854273" sldId="275"/>
            <ac:spMk id="3" creationId="{16E0A724-AC92-18BE-5EDB-AE0CE13FDEA1}"/>
          </ac:spMkLst>
        </pc:spChg>
      </pc:sldChg>
      <pc:sldChg chg="addSp delSp modSp new addAnim modAnim">
        <pc:chgData name="Durga prasad Manukonda" userId="fb47714f5738b1a5" providerId="Windows Live" clId="Web-{63761EE9-A897-7D76-B936-24C16F80CDF7}" dt="2026-03-17T04:16:19.786" v="423"/>
        <pc:sldMkLst>
          <pc:docMk/>
          <pc:sldMk cId="1435288726" sldId="276"/>
        </pc:sldMkLst>
        <pc:spChg chg="mod">
          <ac:chgData name="Durga prasad Manukonda" userId="fb47714f5738b1a5" providerId="Windows Live" clId="Web-{63761EE9-A897-7D76-B936-24C16F80CDF7}" dt="2026-03-17T04:10:04.311" v="225" actId="20577"/>
          <ac:spMkLst>
            <pc:docMk/>
            <pc:sldMk cId="1435288726" sldId="276"/>
            <ac:spMk id="2" creationId="{5FB81F64-AC70-BDCD-C5A5-1C676B6927B1}"/>
          </ac:spMkLst>
        </pc:spChg>
        <pc:spChg chg="del mod">
          <ac:chgData name="Durga prasad Manukonda" userId="fb47714f5738b1a5" providerId="Windows Live" clId="Web-{63761EE9-A897-7D76-B936-24C16F80CDF7}" dt="2026-03-17T04:10:17.936" v="227"/>
          <ac:spMkLst>
            <pc:docMk/>
            <pc:sldMk cId="1435288726" sldId="276"/>
            <ac:spMk id="3" creationId="{5E7606D0-E0D9-C51D-388B-F47198B3AA32}"/>
          </ac:spMkLst>
        </pc:spChg>
        <pc:graphicFrameChg chg="add mod ord modGraphic">
          <ac:chgData name="Durga prasad Manukonda" userId="fb47714f5738b1a5" providerId="Windows Live" clId="Web-{63761EE9-A897-7D76-B936-24C16F80CDF7}" dt="2026-03-17T04:14:16.548" v="398"/>
          <ac:graphicFrameMkLst>
            <pc:docMk/>
            <pc:sldMk cId="1435288726" sldId="276"/>
            <ac:graphicFrameMk id="4" creationId="{E66BD2CC-7220-7548-7A7F-4A57E9D27F0F}"/>
          </ac:graphicFrameMkLst>
        </pc:graphicFrameChg>
      </pc:sldChg>
      <pc:sldChg chg="addSp delSp modSp new addAnim modAnim">
        <pc:chgData name="Durga prasad Manukonda" userId="fb47714f5738b1a5" providerId="Windows Live" clId="Web-{63761EE9-A897-7D76-B936-24C16F80CDF7}" dt="2026-03-17T04:24:57.242" v="524"/>
        <pc:sldMkLst>
          <pc:docMk/>
          <pc:sldMk cId="1503780524" sldId="277"/>
        </pc:sldMkLst>
        <pc:spChg chg="mod">
          <ac:chgData name="Durga prasad Manukonda" userId="fb47714f5738b1a5" providerId="Windows Live" clId="Web-{63761EE9-A897-7D76-B936-24C16F80CDF7}" dt="2026-03-17T04:18:06.338" v="439" actId="1076"/>
          <ac:spMkLst>
            <pc:docMk/>
            <pc:sldMk cId="1503780524" sldId="277"/>
            <ac:spMk id="2" creationId="{79C9F9E8-D55E-6369-0C76-C946998C1A2D}"/>
          </ac:spMkLst>
        </pc:spChg>
        <pc:spChg chg="del mod">
          <ac:chgData name="Durga prasad Manukonda" userId="fb47714f5738b1a5" providerId="Windows Live" clId="Web-{63761EE9-A897-7D76-B936-24C16F80CDF7}" dt="2026-03-17T04:18:19.964" v="440"/>
          <ac:spMkLst>
            <pc:docMk/>
            <pc:sldMk cId="1503780524" sldId="277"/>
            <ac:spMk id="3" creationId="{C1EFC7ED-6583-2C37-FF7D-2E2A8869041A}"/>
          </ac:spMkLst>
        </pc:spChg>
        <pc:spChg chg="add mod">
          <ac:chgData name="Durga prasad Manukonda" userId="fb47714f5738b1a5" providerId="Windows Live" clId="Web-{63761EE9-A897-7D76-B936-24C16F80CDF7}" dt="2026-03-17T04:19:26.028" v="454" actId="1076"/>
          <ac:spMkLst>
            <pc:docMk/>
            <pc:sldMk cId="1503780524" sldId="277"/>
            <ac:spMk id="5" creationId="{69477B0E-4E17-EE6D-FC92-8109243EFC28}"/>
          </ac:spMkLst>
        </pc:spChg>
        <pc:spChg chg="add mod">
          <ac:chgData name="Durga prasad Manukonda" userId="fb47714f5738b1a5" providerId="Windows Live" clId="Web-{63761EE9-A897-7D76-B936-24C16F80CDF7}" dt="2026-03-17T04:21:18.578" v="485" actId="1076"/>
          <ac:spMkLst>
            <pc:docMk/>
            <pc:sldMk cId="1503780524" sldId="277"/>
            <ac:spMk id="7" creationId="{01E4C7BD-D863-77FF-6DF7-0DD5856CA2BD}"/>
          </ac:spMkLst>
        </pc:spChg>
        <pc:picChg chg="add mod ord">
          <ac:chgData name="Durga prasad Manukonda" userId="fb47714f5738b1a5" providerId="Windows Live" clId="Web-{63761EE9-A897-7D76-B936-24C16F80CDF7}" dt="2026-03-17T04:18:35.620" v="444" actId="14100"/>
          <ac:picMkLst>
            <pc:docMk/>
            <pc:sldMk cId="1503780524" sldId="277"/>
            <ac:picMk id="4" creationId="{2F905E21-F0A7-9612-680B-20DA2E2CB613}"/>
          </ac:picMkLst>
        </pc:picChg>
        <pc:picChg chg="add mod">
          <ac:chgData name="Durga prasad Manukonda" userId="fb47714f5738b1a5" providerId="Windows Live" clId="Web-{63761EE9-A897-7D76-B936-24C16F80CDF7}" dt="2026-03-17T04:19:48.076" v="457" actId="1076"/>
          <ac:picMkLst>
            <pc:docMk/>
            <pc:sldMk cId="1503780524" sldId="277"/>
            <ac:picMk id="6" creationId="{A697FEC6-F6BC-92F7-4FEF-E96D58074CA8}"/>
          </ac:picMkLst>
        </pc:picChg>
        <pc:picChg chg="add mod">
          <ac:chgData name="Durga prasad Manukonda" userId="fb47714f5738b1a5" providerId="Windows Live" clId="Web-{63761EE9-A897-7D76-B936-24C16F80CDF7}" dt="2026-03-17T04:21:13.375" v="484" actId="1076"/>
          <ac:picMkLst>
            <pc:docMk/>
            <pc:sldMk cId="1503780524" sldId="277"/>
            <ac:picMk id="8" creationId="{FC4B13CF-DBA0-1ED4-5785-38CA85DD018D}"/>
          </ac:picMkLst>
        </pc:picChg>
      </pc:sldChg>
      <pc:sldChg chg="modSp new addAnim modAnim">
        <pc:chgData name="Durga prasad Manukonda" userId="fb47714f5738b1a5" providerId="Windows Live" clId="Web-{63761EE9-A897-7D76-B936-24C16F80CDF7}" dt="2026-03-17T04:36:27.022" v="565"/>
        <pc:sldMkLst>
          <pc:docMk/>
          <pc:sldMk cId="2086963438" sldId="278"/>
        </pc:sldMkLst>
        <pc:spChg chg="mod">
          <ac:chgData name="Durga prasad Manukonda" userId="fb47714f5738b1a5" providerId="Windows Live" clId="Web-{63761EE9-A897-7D76-B936-24C16F80CDF7}" dt="2026-03-17T04:35:30.504" v="549" actId="1076"/>
          <ac:spMkLst>
            <pc:docMk/>
            <pc:sldMk cId="2086963438" sldId="278"/>
            <ac:spMk id="2" creationId="{556E3AF2-64EE-9168-2298-A9CFD950EBF0}"/>
          </ac:spMkLst>
        </pc:spChg>
        <pc:spChg chg="mod">
          <ac:chgData name="Durga prasad Manukonda" userId="fb47714f5738b1a5" providerId="Windows Live" clId="Web-{63761EE9-A897-7D76-B936-24C16F80CDF7}" dt="2026-03-17T04:35:37.567" v="550" actId="1076"/>
          <ac:spMkLst>
            <pc:docMk/>
            <pc:sldMk cId="2086963438" sldId="278"/>
            <ac:spMk id="3" creationId="{CB5B1708-09DC-66CD-479F-ACF93ED3D7C9}"/>
          </ac:spMkLst>
        </pc:spChg>
      </pc:sldChg>
      <pc:sldChg chg="addSp delSp modSp new addAnim modAnim">
        <pc:chgData name="Durga prasad Manukonda" userId="fb47714f5738b1a5" providerId="Windows Live" clId="Web-{63761EE9-A897-7D76-B936-24C16F80CDF7}" dt="2026-03-17T04:53:29.412" v="691"/>
        <pc:sldMkLst>
          <pc:docMk/>
          <pc:sldMk cId="3824885099" sldId="279"/>
        </pc:sldMkLst>
        <pc:spChg chg="mod">
          <ac:chgData name="Durga prasad Manukonda" userId="fb47714f5738b1a5" providerId="Windows Live" clId="Web-{63761EE9-A897-7D76-B936-24C16F80CDF7}" dt="2026-03-17T04:52:16.692" v="676" actId="1076"/>
          <ac:spMkLst>
            <pc:docMk/>
            <pc:sldMk cId="3824885099" sldId="279"/>
            <ac:spMk id="2" creationId="{3272EB45-D93D-D7B9-ECB7-422179371F36}"/>
          </ac:spMkLst>
        </pc:spChg>
        <pc:spChg chg="mod">
          <ac:chgData name="Durga prasad Manukonda" userId="fb47714f5738b1a5" providerId="Windows Live" clId="Web-{63761EE9-A897-7D76-B936-24C16F80CDF7}" dt="2026-03-17T04:43:30.429" v="605" actId="20577"/>
          <ac:spMkLst>
            <pc:docMk/>
            <pc:sldMk cId="3824885099" sldId="279"/>
            <ac:spMk id="3" creationId="{A7F8DA4F-ED8D-1D7B-54CD-549B0870F0F2}"/>
          </ac:spMkLst>
        </pc:spChg>
        <pc:spChg chg="add del mod">
          <ac:chgData name="Durga prasad Manukonda" userId="fb47714f5738b1a5" providerId="Windows Live" clId="Web-{63761EE9-A897-7D76-B936-24C16F80CDF7}" dt="2026-03-17T04:46:13.716" v="608"/>
          <ac:spMkLst>
            <pc:docMk/>
            <pc:sldMk cId="3824885099" sldId="279"/>
            <ac:spMk id="4" creationId="{57B5B6BA-24DC-7EAF-0870-BF179C850A61}"/>
          </ac:spMkLst>
        </pc:spChg>
        <pc:spChg chg="add mod">
          <ac:chgData name="Durga prasad Manukonda" userId="fb47714f5738b1a5" providerId="Windows Live" clId="Web-{63761EE9-A897-7D76-B936-24C16F80CDF7}" dt="2026-03-17T04:52:56.724" v="685" actId="20577"/>
          <ac:spMkLst>
            <pc:docMk/>
            <pc:sldMk cId="3824885099" sldId="279"/>
            <ac:spMk id="5" creationId="{EC52C5EF-9FF1-B3EA-8FCF-8407CDB5A562}"/>
          </ac:spMkLst>
        </pc:spChg>
      </pc:sldChg>
    </pc:docChg>
  </pc:docChgLst>
  <pc:docChgLst>
    <pc:chgData name="Durga prasad Manukonda" userId="fb47714f5738b1a5" providerId="Windows Live" clId="Web-{33C6D8AC-0B86-5F24-ACD9-719B5FD47453}"/>
    <pc:docChg chg="addSld modSld">
      <pc:chgData name="Durga prasad Manukonda" userId="fb47714f5738b1a5" providerId="Windows Live" clId="Web-{33C6D8AC-0B86-5F24-ACD9-719B5FD47453}" dt="2026-03-17T05:30:43.115" v="169"/>
      <pc:docMkLst>
        <pc:docMk/>
      </pc:docMkLst>
      <pc:sldChg chg="modSp">
        <pc:chgData name="Durga prasad Manukonda" userId="fb47714f5738b1a5" providerId="Windows Live" clId="Web-{33C6D8AC-0B86-5F24-ACD9-719B5FD47453}" dt="2026-03-17T05:05:49.807" v="1" actId="20577"/>
        <pc:sldMkLst>
          <pc:docMk/>
          <pc:sldMk cId="162433926" sldId="269"/>
        </pc:sldMkLst>
        <pc:spChg chg="mod">
          <ac:chgData name="Durga prasad Manukonda" userId="fb47714f5738b1a5" providerId="Windows Live" clId="Web-{33C6D8AC-0B86-5F24-ACD9-719B5FD47453}" dt="2026-03-17T05:05:49.807" v="1" actId="20577"/>
          <ac:spMkLst>
            <pc:docMk/>
            <pc:sldMk cId="162433926" sldId="269"/>
            <ac:spMk id="3" creationId="{F85E2336-4C4D-C789-E83F-A443B4E18223}"/>
          </ac:spMkLst>
        </pc:spChg>
      </pc:sldChg>
      <pc:sldChg chg="modSp">
        <pc:chgData name="Durga prasad Manukonda" userId="fb47714f5738b1a5" providerId="Windows Live" clId="Web-{33C6D8AC-0B86-5F24-ACD9-719B5FD47453}" dt="2026-03-17T05:08:18.214" v="4" actId="1076"/>
        <pc:sldMkLst>
          <pc:docMk/>
          <pc:sldMk cId="3185035822" sldId="274"/>
        </pc:sldMkLst>
        <pc:spChg chg="mod">
          <ac:chgData name="Durga prasad Manukonda" userId="fb47714f5738b1a5" providerId="Windows Live" clId="Web-{33C6D8AC-0B86-5F24-ACD9-719B5FD47453}" dt="2026-03-17T05:08:12.542" v="3" actId="1076"/>
          <ac:spMkLst>
            <pc:docMk/>
            <pc:sldMk cId="3185035822" sldId="274"/>
            <ac:spMk id="7" creationId="{20481725-3B0D-3839-D6C7-D3DBCD5894D0}"/>
          </ac:spMkLst>
        </pc:spChg>
        <pc:picChg chg="mod">
          <ac:chgData name="Durga prasad Manukonda" userId="fb47714f5738b1a5" providerId="Windows Live" clId="Web-{33C6D8AC-0B86-5F24-ACD9-719B5FD47453}" dt="2026-03-17T05:08:07.183" v="2" actId="1076"/>
          <ac:picMkLst>
            <pc:docMk/>
            <pc:sldMk cId="3185035822" sldId="274"/>
            <ac:picMk id="6" creationId="{C3D2E527-1276-B6F4-A2E0-D23444801CFB}"/>
          </ac:picMkLst>
        </pc:picChg>
        <pc:picChg chg="mod">
          <ac:chgData name="Durga prasad Manukonda" userId="fb47714f5738b1a5" providerId="Windows Live" clId="Web-{33C6D8AC-0B86-5F24-ACD9-719B5FD47453}" dt="2026-03-17T05:08:18.214" v="4" actId="1076"/>
          <ac:picMkLst>
            <pc:docMk/>
            <pc:sldMk cId="3185035822" sldId="274"/>
            <ac:picMk id="8" creationId="{C091F78A-309B-FB7B-BAFF-15E43CAF695D}"/>
          </ac:picMkLst>
        </pc:picChg>
      </pc:sldChg>
      <pc:sldChg chg="modSp new">
        <pc:chgData name="Durga prasad Manukonda" userId="fb47714f5738b1a5" providerId="Windows Live" clId="Web-{33C6D8AC-0B86-5F24-ACD9-719B5FD47453}" dt="2026-03-17T05:27:51.270" v="97" actId="20577"/>
        <pc:sldMkLst>
          <pc:docMk/>
          <pc:sldMk cId="1583422330" sldId="280"/>
        </pc:sldMkLst>
        <pc:spChg chg="mod">
          <ac:chgData name="Durga prasad Manukonda" userId="fb47714f5738b1a5" providerId="Windows Live" clId="Web-{33C6D8AC-0B86-5F24-ACD9-719B5FD47453}" dt="2026-03-17T05:26:51.457" v="68" actId="1076"/>
          <ac:spMkLst>
            <pc:docMk/>
            <pc:sldMk cId="1583422330" sldId="280"/>
            <ac:spMk id="2" creationId="{31001C44-9F0C-EA3B-3519-BE24B577F16F}"/>
          </ac:spMkLst>
        </pc:spChg>
        <pc:spChg chg="mod">
          <ac:chgData name="Durga prasad Manukonda" userId="fb47714f5738b1a5" providerId="Windows Live" clId="Web-{33C6D8AC-0B86-5F24-ACD9-719B5FD47453}" dt="2026-03-17T05:27:51.270" v="97" actId="20577"/>
          <ac:spMkLst>
            <pc:docMk/>
            <pc:sldMk cId="1583422330" sldId="280"/>
            <ac:spMk id="3" creationId="{09AFC19F-DFE1-EFF7-5268-4ED44ADECB82}"/>
          </ac:spMkLst>
        </pc:spChg>
      </pc:sldChg>
      <pc:sldChg chg="addSp delSp modSp new">
        <pc:chgData name="Durga prasad Manukonda" userId="fb47714f5738b1a5" providerId="Windows Live" clId="Web-{33C6D8AC-0B86-5F24-ACD9-719B5FD47453}" dt="2026-03-17T05:30:43.115" v="169"/>
        <pc:sldMkLst>
          <pc:docMk/>
          <pc:sldMk cId="1308417388" sldId="281"/>
        </pc:sldMkLst>
        <pc:spChg chg="mod">
          <ac:chgData name="Durga prasad Manukonda" userId="fb47714f5738b1a5" providerId="Windows Live" clId="Web-{33C6D8AC-0B86-5F24-ACD9-719B5FD47453}" dt="2026-03-17T05:29:47.224" v="107" actId="20577"/>
          <ac:spMkLst>
            <pc:docMk/>
            <pc:sldMk cId="1308417388" sldId="281"/>
            <ac:spMk id="2" creationId="{054CAC62-E784-29C6-89D9-FA0F305A46A7}"/>
          </ac:spMkLst>
        </pc:spChg>
        <pc:spChg chg="del mod">
          <ac:chgData name="Durga prasad Manukonda" userId="fb47714f5738b1a5" providerId="Windows Live" clId="Web-{33C6D8AC-0B86-5F24-ACD9-719B5FD47453}" dt="2026-03-17T05:30:05.193" v="108"/>
          <ac:spMkLst>
            <pc:docMk/>
            <pc:sldMk cId="1308417388" sldId="281"/>
            <ac:spMk id="3" creationId="{B398EAA6-02FD-63D5-E8D6-52A913F45029}"/>
          </ac:spMkLst>
        </pc:spChg>
        <pc:graphicFrameChg chg="add mod ord modGraphic">
          <ac:chgData name="Durga prasad Manukonda" userId="fb47714f5738b1a5" providerId="Windows Live" clId="Web-{33C6D8AC-0B86-5F24-ACD9-719B5FD47453}" dt="2026-03-17T05:30:43.115" v="169"/>
          <ac:graphicFrameMkLst>
            <pc:docMk/>
            <pc:sldMk cId="1308417388" sldId="281"/>
            <ac:graphicFrameMk id="4" creationId="{D4A2D9F2-F38C-A2E5-F992-FC12F7F40B73}"/>
          </ac:graphicFrameMkLst>
        </pc:graphicFrameChg>
      </pc:sldChg>
    </pc:docChg>
  </pc:docChgLst>
  <pc:docChgLst>
    <pc:chgData name="Durga prasad Manukonda" userId="fb47714f5738b1a5" providerId="Windows Live" clId="Web-{D9150D62-9E9D-498A-B601-7F7E84A945E2}"/>
    <pc:docChg chg="modSld addMainMaster delMainMaster">
      <pc:chgData name="Durga prasad Manukonda" userId="fb47714f5738b1a5" providerId="Windows Live" clId="Web-{D9150D62-9E9D-498A-B601-7F7E84A945E2}" dt="2026-03-15T08:18:19.309" v="46" actId="20577"/>
      <pc:docMkLst>
        <pc:docMk/>
      </pc:docMkLst>
      <pc:sldChg chg="addSp modSp mod setBg modClrScheme chgLayout">
        <pc:chgData name="Durga prasad Manukonda" userId="fb47714f5738b1a5" providerId="Windows Live" clId="Web-{D9150D62-9E9D-498A-B601-7F7E84A945E2}" dt="2026-03-15T08:18:19.309" v="46" actId="20577"/>
        <pc:sldMkLst>
          <pc:docMk/>
          <pc:sldMk cId="109857222" sldId="256"/>
        </pc:sldMkLst>
        <pc:spChg chg="mod">
          <ac:chgData name="Durga prasad Manukonda" userId="fb47714f5738b1a5" providerId="Windows Live" clId="Web-{D9150D62-9E9D-498A-B601-7F7E84A945E2}" dt="2026-03-15T08:16:34.120" v="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urga prasad Manukonda" userId="fb47714f5738b1a5" providerId="Windows Live" clId="Web-{D9150D62-9E9D-498A-B601-7F7E84A945E2}" dt="2026-03-15T08:18:19.309" v="46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Durga prasad Manukonda" userId="fb47714f5738b1a5" providerId="Windows Live" clId="Web-{D9150D62-9E9D-498A-B601-7F7E84A945E2}" dt="2026-03-15T08:16:00.152" v="0"/>
          <ac:spMkLst>
            <pc:docMk/>
            <pc:sldMk cId="109857222" sldId="256"/>
            <ac:spMk id="8" creationId="{9B9AACA9-BD92-429F-8047-0731DB46F99F}"/>
          </ac:spMkLst>
        </pc:spChg>
        <pc:grpChg chg="add">
          <ac:chgData name="Durga prasad Manukonda" userId="fb47714f5738b1a5" providerId="Windows Live" clId="Web-{D9150D62-9E9D-498A-B601-7F7E84A945E2}" dt="2026-03-15T08:16:00.152" v="0"/>
          <ac:grpSpMkLst>
            <pc:docMk/>
            <pc:sldMk cId="109857222" sldId="256"/>
            <ac:grpSpMk id="10" creationId="{2DFE3358-29EE-4087-8570-9666D88A16FC}"/>
          </ac:grpSpMkLst>
        </pc:grpChg>
      </pc:sldChg>
      <pc:sldMasterChg chg="add addSldLayout">
        <pc:chgData name="Durga prasad Manukonda" userId="fb47714f5738b1a5" providerId="Windows Live" clId="Web-{D9150D62-9E9D-498A-B601-7F7E84A945E2}" dt="2026-03-15T08:16:00.152" v="0"/>
        <pc:sldMasterMkLst>
          <pc:docMk/>
          <pc:sldMasterMk cId="786239464" sldId="2147483763"/>
        </pc:sldMasterMkLst>
        <pc:sldLayoutChg chg="add">
          <pc:chgData name="Durga prasad Manukonda" userId="fb47714f5738b1a5" providerId="Windows Live" clId="Web-{D9150D62-9E9D-498A-B601-7F7E84A945E2}" dt="2026-03-15T08:16:00.152" v="0"/>
          <pc:sldLayoutMkLst>
            <pc:docMk/>
            <pc:sldMasterMk cId="786239464" sldId="2147483763"/>
            <pc:sldLayoutMk cId="1904625694" sldId="2147483752"/>
          </pc:sldLayoutMkLst>
        </pc:sldLayoutChg>
        <pc:sldLayoutChg chg="add">
          <pc:chgData name="Durga prasad Manukonda" userId="fb47714f5738b1a5" providerId="Windows Live" clId="Web-{D9150D62-9E9D-498A-B601-7F7E84A945E2}" dt="2026-03-15T08:16:00.152" v="0"/>
          <pc:sldLayoutMkLst>
            <pc:docMk/>
            <pc:sldMasterMk cId="786239464" sldId="2147483763"/>
            <pc:sldLayoutMk cId="1976458014" sldId="2147483753"/>
          </pc:sldLayoutMkLst>
        </pc:sldLayoutChg>
        <pc:sldLayoutChg chg="add">
          <pc:chgData name="Durga prasad Manukonda" userId="fb47714f5738b1a5" providerId="Windows Live" clId="Web-{D9150D62-9E9D-498A-B601-7F7E84A945E2}" dt="2026-03-15T08:16:00.152" v="0"/>
          <pc:sldLayoutMkLst>
            <pc:docMk/>
            <pc:sldMasterMk cId="786239464" sldId="2147483763"/>
            <pc:sldLayoutMk cId="1609131710" sldId="2147483754"/>
          </pc:sldLayoutMkLst>
        </pc:sldLayoutChg>
        <pc:sldLayoutChg chg="add">
          <pc:chgData name="Durga prasad Manukonda" userId="fb47714f5738b1a5" providerId="Windows Live" clId="Web-{D9150D62-9E9D-498A-B601-7F7E84A945E2}" dt="2026-03-15T08:16:00.152" v="0"/>
          <pc:sldLayoutMkLst>
            <pc:docMk/>
            <pc:sldMasterMk cId="786239464" sldId="2147483763"/>
            <pc:sldLayoutMk cId="2335400927" sldId="2147483755"/>
          </pc:sldLayoutMkLst>
        </pc:sldLayoutChg>
        <pc:sldLayoutChg chg="add">
          <pc:chgData name="Durga prasad Manukonda" userId="fb47714f5738b1a5" providerId="Windows Live" clId="Web-{D9150D62-9E9D-498A-B601-7F7E84A945E2}" dt="2026-03-15T08:16:00.152" v="0"/>
          <pc:sldLayoutMkLst>
            <pc:docMk/>
            <pc:sldMasterMk cId="786239464" sldId="2147483763"/>
            <pc:sldLayoutMk cId="1864601052" sldId="2147483756"/>
          </pc:sldLayoutMkLst>
        </pc:sldLayoutChg>
        <pc:sldLayoutChg chg="add">
          <pc:chgData name="Durga prasad Manukonda" userId="fb47714f5738b1a5" providerId="Windows Live" clId="Web-{D9150D62-9E9D-498A-B601-7F7E84A945E2}" dt="2026-03-15T08:16:00.152" v="0"/>
          <pc:sldLayoutMkLst>
            <pc:docMk/>
            <pc:sldMasterMk cId="786239464" sldId="2147483763"/>
            <pc:sldLayoutMk cId="2226794647" sldId="2147483757"/>
          </pc:sldLayoutMkLst>
        </pc:sldLayoutChg>
        <pc:sldLayoutChg chg="add">
          <pc:chgData name="Durga prasad Manukonda" userId="fb47714f5738b1a5" providerId="Windows Live" clId="Web-{D9150D62-9E9D-498A-B601-7F7E84A945E2}" dt="2026-03-15T08:16:00.152" v="0"/>
          <pc:sldLayoutMkLst>
            <pc:docMk/>
            <pc:sldMasterMk cId="786239464" sldId="2147483763"/>
            <pc:sldLayoutMk cId="4162836786" sldId="2147483758"/>
          </pc:sldLayoutMkLst>
        </pc:sldLayoutChg>
        <pc:sldLayoutChg chg="add">
          <pc:chgData name="Durga prasad Manukonda" userId="fb47714f5738b1a5" providerId="Windows Live" clId="Web-{D9150D62-9E9D-498A-B601-7F7E84A945E2}" dt="2026-03-15T08:16:00.152" v="0"/>
          <pc:sldLayoutMkLst>
            <pc:docMk/>
            <pc:sldMasterMk cId="786239464" sldId="2147483763"/>
            <pc:sldLayoutMk cId="1352905584" sldId="2147483759"/>
          </pc:sldLayoutMkLst>
        </pc:sldLayoutChg>
        <pc:sldLayoutChg chg="add">
          <pc:chgData name="Durga prasad Manukonda" userId="fb47714f5738b1a5" providerId="Windows Live" clId="Web-{D9150D62-9E9D-498A-B601-7F7E84A945E2}" dt="2026-03-15T08:16:00.152" v="0"/>
          <pc:sldLayoutMkLst>
            <pc:docMk/>
            <pc:sldMasterMk cId="786239464" sldId="2147483763"/>
            <pc:sldLayoutMk cId="3072437136" sldId="2147483760"/>
          </pc:sldLayoutMkLst>
        </pc:sldLayoutChg>
        <pc:sldLayoutChg chg="add">
          <pc:chgData name="Durga prasad Manukonda" userId="fb47714f5738b1a5" providerId="Windows Live" clId="Web-{D9150D62-9E9D-498A-B601-7F7E84A945E2}" dt="2026-03-15T08:16:00.152" v="0"/>
          <pc:sldLayoutMkLst>
            <pc:docMk/>
            <pc:sldMasterMk cId="786239464" sldId="2147483763"/>
            <pc:sldLayoutMk cId="3632339520" sldId="2147483761"/>
          </pc:sldLayoutMkLst>
        </pc:sldLayoutChg>
        <pc:sldLayoutChg chg="add">
          <pc:chgData name="Durga prasad Manukonda" userId="fb47714f5738b1a5" providerId="Windows Live" clId="Web-{D9150D62-9E9D-498A-B601-7F7E84A945E2}" dt="2026-03-15T08:16:00.152" v="0"/>
          <pc:sldLayoutMkLst>
            <pc:docMk/>
            <pc:sldMasterMk cId="786239464" sldId="2147483763"/>
            <pc:sldLayoutMk cId="4095014200" sldId="2147483762"/>
          </pc:sldLayoutMkLst>
        </pc:sldLayoutChg>
      </pc:sldMasterChg>
    </pc:docChg>
  </pc:docChgLst>
  <pc:docChgLst>
    <pc:chgData name="Durga prasad Manukonda" userId="fb47714f5738b1a5" providerId="Windows Live" clId="Web-{AEA4D660-4B69-E87B-74B9-773301CF02F0}"/>
    <pc:docChg chg="addSld modSld">
      <pc:chgData name="Durga prasad Manukonda" userId="fb47714f5738b1a5" providerId="Windows Live" clId="Web-{AEA4D660-4B69-E87B-74B9-773301CF02F0}" dt="2026-03-17T03:46:36.375" v="221" actId="1076"/>
      <pc:docMkLst>
        <pc:docMk/>
      </pc:docMkLst>
      <pc:sldChg chg="modSp new addAnim modAnim">
        <pc:chgData name="Durga prasad Manukonda" userId="fb47714f5738b1a5" providerId="Windows Live" clId="Web-{AEA4D660-4B69-E87B-74B9-773301CF02F0}" dt="2026-03-17T03:39:57.639" v="164"/>
        <pc:sldMkLst>
          <pc:docMk/>
          <pc:sldMk cId="1434290876" sldId="272"/>
        </pc:sldMkLst>
        <pc:spChg chg="mod">
          <ac:chgData name="Durga prasad Manukonda" userId="fb47714f5738b1a5" providerId="Windows Live" clId="Web-{AEA4D660-4B69-E87B-74B9-773301CF02F0}" dt="2026-03-17T03:23:33.708" v="7" actId="20577"/>
          <ac:spMkLst>
            <pc:docMk/>
            <pc:sldMk cId="1434290876" sldId="272"/>
            <ac:spMk id="2" creationId="{08E98A62-7939-F2AD-C6B2-6F5379B09D34}"/>
          </ac:spMkLst>
        </pc:spChg>
        <pc:spChg chg="mod">
          <ac:chgData name="Durga prasad Manukonda" userId="fb47714f5738b1a5" providerId="Windows Live" clId="Web-{AEA4D660-4B69-E87B-74B9-773301CF02F0}" dt="2026-03-17T03:29:58.224" v="64" actId="20577"/>
          <ac:spMkLst>
            <pc:docMk/>
            <pc:sldMk cId="1434290876" sldId="272"/>
            <ac:spMk id="3" creationId="{F6E3F42E-DCF5-977E-5CBD-53E2B849FB37}"/>
          </ac:spMkLst>
        </pc:spChg>
      </pc:sldChg>
      <pc:sldChg chg="addSp delSp modSp new addAnim modAnim">
        <pc:chgData name="Durga prasad Manukonda" userId="fb47714f5738b1a5" providerId="Windows Live" clId="Web-{AEA4D660-4B69-E87B-74B9-773301CF02F0}" dt="2026-03-17T03:40:45.455" v="170"/>
        <pc:sldMkLst>
          <pc:docMk/>
          <pc:sldMk cId="2260793285" sldId="273"/>
        </pc:sldMkLst>
        <pc:spChg chg="mod">
          <ac:chgData name="Durga prasad Manukonda" userId="fb47714f5738b1a5" providerId="Windows Live" clId="Web-{AEA4D660-4B69-E87B-74B9-773301CF02F0}" dt="2026-03-17T03:33:56.729" v="79" actId="20577"/>
          <ac:spMkLst>
            <pc:docMk/>
            <pc:sldMk cId="2260793285" sldId="273"/>
            <ac:spMk id="2" creationId="{36FB5A26-6A77-DAC7-5139-B76B4C1308F8}"/>
          </ac:spMkLst>
        </pc:spChg>
        <pc:spChg chg="del mod">
          <ac:chgData name="Durga prasad Manukonda" userId="fb47714f5738b1a5" providerId="Windows Live" clId="Web-{AEA4D660-4B69-E87B-74B9-773301CF02F0}" dt="2026-03-17T03:34:13.698" v="82"/>
          <ac:spMkLst>
            <pc:docMk/>
            <pc:sldMk cId="2260793285" sldId="273"/>
            <ac:spMk id="3" creationId="{AE6D484E-B8FE-60AF-C8BC-C85965FA2DFD}"/>
          </ac:spMkLst>
        </pc:spChg>
        <pc:graphicFrameChg chg="add mod ord modGraphic">
          <ac:chgData name="Durga prasad Manukonda" userId="fb47714f5738b1a5" providerId="Windows Live" clId="Web-{AEA4D660-4B69-E87B-74B9-773301CF02F0}" dt="2026-03-17T03:38:37.617" v="140"/>
          <ac:graphicFrameMkLst>
            <pc:docMk/>
            <pc:sldMk cId="2260793285" sldId="273"/>
            <ac:graphicFrameMk id="4" creationId="{59E57BAF-4C27-1AFE-9675-04272B928F55}"/>
          </ac:graphicFrameMkLst>
        </pc:graphicFrameChg>
      </pc:sldChg>
      <pc:sldChg chg="addSp delSp modSp new">
        <pc:chgData name="Durga prasad Manukonda" userId="fb47714f5738b1a5" providerId="Windows Live" clId="Web-{AEA4D660-4B69-E87B-74B9-773301CF02F0}" dt="2026-03-17T03:46:36.375" v="221" actId="1076"/>
        <pc:sldMkLst>
          <pc:docMk/>
          <pc:sldMk cId="3185035822" sldId="274"/>
        </pc:sldMkLst>
        <pc:spChg chg="mod">
          <ac:chgData name="Durga prasad Manukonda" userId="fb47714f5738b1a5" providerId="Windows Live" clId="Web-{AEA4D660-4B69-E87B-74B9-773301CF02F0}" dt="2026-03-17T03:43:41.057" v="178" actId="20577"/>
          <ac:spMkLst>
            <pc:docMk/>
            <pc:sldMk cId="3185035822" sldId="274"/>
            <ac:spMk id="2" creationId="{A8714E9C-31FE-7534-25E8-F7C2C8A3D160}"/>
          </ac:spMkLst>
        </pc:spChg>
        <pc:spChg chg="del mod">
          <ac:chgData name="Durga prasad Manukonda" userId="fb47714f5738b1a5" providerId="Windows Live" clId="Web-{AEA4D660-4B69-E87B-74B9-773301CF02F0}" dt="2026-03-17T03:44:04.949" v="181"/>
          <ac:spMkLst>
            <pc:docMk/>
            <pc:sldMk cId="3185035822" sldId="274"/>
            <ac:spMk id="3" creationId="{C7A4B509-84E5-D162-3C22-03675336D17D}"/>
          </ac:spMkLst>
        </pc:spChg>
        <pc:spChg chg="add mod">
          <ac:chgData name="Durga prasad Manukonda" userId="fb47714f5738b1a5" providerId="Windows Live" clId="Web-{AEA4D660-4B69-E87B-74B9-773301CF02F0}" dt="2026-03-17T03:45:00.982" v="196" actId="1076"/>
          <ac:spMkLst>
            <pc:docMk/>
            <pc:sldMk cId="3185035822" sldId="274"/>
            <ac:spMk id="5" creationId="{05C99FD0-DEE6-1782-2EE0-C345E32CF921}"/>
          </ac:spMkLst>
        </pc:spChg>
        <pc:spChg chg="add mod">
          <ac:chgData name="Durga prasad Manukonda" userId="fb47714f5738b1a5" providerId="Windows Live" clId="Web-{AEA4D660-4B69-E87B-74B9-773301CF02F0}" dt="2026-03-17T03:46:14.765" v="219" actId="1076"/>
          <ac:spMkLst>
            <pc:docMk/>
            <pc:sldMk cId="3185035822" sldId="274"/>
            <ac:spMk id="7" creationId="{20481725-3B0D-3839-D6C7-D3DBCD5894D0}"/>
          </ac:spMkLst>
        </pc:spChg>
        <pc:picChg chg="add mod ord">
          <ac:chgData name="Durga prasad Manukonda" userId="fb47714f5738b1a5" providerId="Windows Live" clId="Web-{AEA4D660-4B69-E87B-74B9-773301CF02F0}" dt="2026-03-17T03:44:16.277" v="185" actId="14100"/>
          <ac:picMkLst>
            <pc:docMk/>
            <pc:sldMk cId="3185035822" sldId="274"/>
            <ac:picMk id="4" creationId="{19EC0C87-435F-E8E4-6A76-7ED19D8029BB}"/>
          </ac:picMkLst>
        </pc:picChg>
        <pc:picChg chg="add mod">
          <ac:chgData name="Durga prasad Manukonda" userId="fb47714f5738b1a5" providerId="Windows Live" clId="Web-{AEA4D660-4B69-E87B-74B9-773301CF02F0}" dt="2026-03-17T03:45:20.701" v="198" actId="1076"/>
          <ac:picMkLst>
            <pc:docMk/>
            <pc:sldMk cId="3185035822" sldId="274"/>
            <ac:picMk id="6" creationId="{C3D2E527-1276-B6F4-A2E0-D23444801CFB}"/>
          </ac:picMkLst>
        </pc:picChg>
        <pc:picChg chg="add mod">
          <ac:chgData name="Durga prasad Manukonda" userId="fb47714f5738b1a5" providerId="Windows Live" clId="Web-{AEA4D660-4B69-E87B-74B9-773301CF02F0}" dt="2026-03-17T03:46:36.375" v="221" actId="1076"/>
          <ac:picMkLst>
            <pc:docMk/>
            <pc:sldMk cId="3185035822" sldId="274"/>
            <ac:picMk id="8" creationId="{C091F78A-309B-FB7B-BAFF-15E43CAF695D}"/>
          </ac:picMkLst>
        </pc:picChg>
      </pc:sldChg>
    </pc:docChg>
  </pc:docChgLst>
  <pc:docChgLst>
    <pc:chgData name="Durga prasad Manukonda" userId="fb47714f5738b1a5" providerId="Windows Live" clId="Web-{33368BCE-52DF-CD70-CBB5-27B75BC1EC67}"/>
    <pc:docChg chg="addSld delSld modSld sldOrd">
      <pc:chgData name="Durga prasad Manukonda" userId="fb47714f5738b1a5" providerId="Windows Live" clId="Web-{33368BCE-52DF-CD70-CBB5-27B75BC1EC67}" dt="2026-03-16T14:39:11.650" v="884"/>
      <pc:docMkLst>
        <pc:docMk/>
      </pc:docMkLst>
      <pc:sldChg chg="addSp delSp modSp new ord addAnim modAnim">
        <pc:chgData name="Durga prasad Manukonda" userId="fb47714f5738b1a5" providerId="Windows Live" clId="Web-{33368BCE-52DF-CD70-CBB5-27B75BC1EC67}" dt="2026-03-16T13:48:03.212" v="72"/>
        <pc:sldMkLst>
          <pc:docMk/>
          <pc:sldMk cId="1309632149" sldId="263"/>
        </pc:sldMkLst>
        <pc:spChg chg="mod">
          <ac:chgData name="Durga prasad Manukonda" userId="fb47714f5738b1a5" providerId="Windows Live" clId="Web-{33368BCE-52DF-CD70-CBB5-27B75BC1EC67}" dt="2026-03-16T13:40:01.123" v="13" actId="14100"/>
          <ac:spMkLst>
            <pc:docMk/>
            <pc:sldMk cId="1309632149" sldId="263"/>
            <ac:spMk id="2" creationId="{54ADE7C2-1CFB-BDB4-B716-1C89311CA138}"/>
          </ac:spMkLst>
        </pc:spChg>
        <pc:spChg chg="add mod">
          <ac:chgData name="Durga prasad Manukonda" userId="fb47714f5738b1a5" providerId="Windows Live" clId="Web-{33368BCE-52DF-CD70-CBB5-27B75BC1EC67}" dt="2026-03-16T13:45:59.271" v="46" actId="1076"/>
          <ac:spMkLst>
            <pc:docMk/>
            <pc:sldMk cId="1309632149" sldId="263"/>
            <ac:spMk id="6" creationId="{F0F2C3E6-DC5E-4567-884A-B0C81F8B44E5}"/>
          </ac:spMkLst>
        </pc:spChg>
        <pc:picChg chg="add mod ord">
          <ac:chgData name="Durga prasad Manukonda" userId="fb47714f5738b1a5" providerId="Windows Live" clId="Web-{33368BCE-52DF-CD70-CBB5-27B75BC1EC67}" dt="2026-03-16T13:44:23.954" v="23" actId="1076"/>
          <ac:picMkLst>
            <pc:docMk/>
            <pc:sldMk cId="1309632149" sldId="263"/>
            <ac:picMk id="4" creationId="{748DC52B-B346-F7F0-8F2D-E4FDB5AB9B00}"/>
          </ac:picMkLst>
        </pc:picChg>
        <pc:picChg chg="add mod">
          <ac:chgData name="Durga prasad Manukonda" userId="fb47714f5738b1a5" providerId="Windows Live" clId="Web-{33368BCE-52DF-CD70-CBB5-27B75BC1EC67}" dt="2026-03-16T13:46:18.068" v="48" actId="1076"/>
          <ac:picMkLst>
            <pc:docMk/>
            <pc:sldMk cId="1309632149" sldId="263"/>
            <ac:picMk id="7" creationId="{B9859DE1-627A-38D2-355C-B3BD32414FAF}"/>
          </ac:picMkLst>
        </pc:picChg>
      </pc:sldChg>
      <pc:sldChg chg="modSp new addAnim modAnim">
        <pc:chgData name="Durga prasad Manukonda" userId="fb47714f5738b1a5" providerId="Windows Live" clId="Web-{33368BCE-52DF-CD70-CBB5-27B75BC1EC67}" dt="2026-03-16T13:53:10.016" v="99"/>
        <pc:sldMkLst>
          <pc:docMk/>
          <pc:sldMk cId="142523174" sldId="264"/>
        </pc:sldMkLst>
        <pc:spChg chg="mod">
          <ac:chgData name="Durga prasad Manukonda" userId="fb47714f5738b1a5" providerId="Windows Live" clId="Web-{33368BCE-52DF-CD70-CBB5-27B75BC1EC67}" dt="2026-03-16T13:52:20.312" v="89" actId="14100"/>
          <ac:spMkLst>
            <pc:docMk/>
            <pc:sldMk cId="142523174" sldId="264"/>
            <ac:spMk id="2" creationId="{C5810F63-5EC4-F900-D7C1-5D37D48C5541}"/>
          </ac:spMkLst>
        </pc:spChg>
        <pc:spChg chg="mod">
          <ac:chgData name="Durga prasad Manukonda" userId="fb47714f5738b1a5" providerId="Windows Live" clId="Web-{33368BCE-52DF-CD70-CBB5-27B75BC1EC67}" dt="2026-03-16T13:52:10.515" v="88" actId="20577"/>
          <ac:spMkLst>
            <pc:docMk/>
            <pc:sldMk cId="142523174" sldId="264"/>
            <ac:spMk id="3" creationId="{2E1EF6FE-EB93-212F-7788-EA3DCBF25393}"/>
          </ac:spMkLst>
        </pc:spChg>
      </pc:sldChg>
      <pc:sldChg chg="addSp delSp modSp new">
        <pc:chgData name="Durga prasad Manukonda" userId="fb47714f5738b1a5" providerId="Windows Live" clId="Web-{33368BCE-52DF-CD70-CBB5-27B75BC1EC67}" dt="2026-03-16T14:39:11.650" v="884"/>
        <pc:sldMkLst>
          <pc:docMk/>
          <pc:sldMk cId="1723064138" sldId="265"/>
        </pc:sldMkLst>
        <pc:spChg chg="mod">
          <ac:chgData name="Durga prasad Manukonda" userId="fb47714f5738b1a5" providerId="Windows Live" clId="Web-{33368BCE-52DF-CD70-CBB5-27B75BC1EC67}" dt="2026-03-16T14:12:37.914" v="236" actId="1076"/>
          <ac:spMkLst>
            <pc:docMk/>
            <pc:sldMk cId="1723064138" sldId="265"/>
            <ac:spMk id="2" creationId="{C8497D15-C6F4-133F-F7A9-E0CD27F4119F}"/>
          </ac:spMkLst>
        </pc:spChg>
        <pc:graphicFrameChg chg="add mod ord modGraphic">
          <ac:chgData name="Durga prasad Manukonda" userId="fb47714f5738b1a5" providerId="Windows Live" clId="Web-{33368BCE-52DF-CD70-CBB5-27B75BC1EC67}" dt="2026-03-16T14:39:11.650" v="884"/>
          <ac:graphicFrameMkLst>
            <pc:docMk/>
            <pc:sldMk cId="1723064138" sldId="265"/>
            <ac:graphicFrameMk id="9" creationId="{3388AF46-8DDB-BB0E-F2CB-1B0B0CF55A6B}"/>
          </ac:graphicFrameMkLst>
        </pc:graphicFrameChg>
      </pc:sldChg>
    </pc:docChg>
  </pc:docChgLst>
  <pc:docChgLst>
    <pc:chgData name="Durga prasad Manukonda" userId="fb47714f5738b1a5" providerId="Windows Live" clId="Web-{BBA8004C-7CC4-C50C-0BA5-F2C4809953F2}"/>
    <pc:docChg chg="modSld">
      <pc:chgData name="Durga prasad Manukonda" userId="fb47714f5738b1a5" providerId="Windows Live" clId="Web-{BBA8004C-7CC4-C50C-0BA5-F2C4809953F2}" dt="2026-03-16T14:51:45.303" v="101"/>
      <pc:docMkLst>
        <pc:docMk/>
      </pc:docMkLst>
      <pc:sldChg chg="modSp addAnim delAnim modAnim">
        <pc:chgData name="Durga prasad Manukonda" userId="fb47714f5738b1a5" providerId="Windows Live" clId="Web-{BBA8004C-7CC4-C50C-0BA5-F2C4809953F2}" dt="2026-03-16T14:51:45.303" v="101"/>
        <pc:sldMkLst>
          <pc:docMk/>
          <pc:sldMk cId="1723064138" sldId="265"/>
        </pc:sldMkLst>
        <pc:spChg chg="mod">
          <ac:chgData name="Durga prasad Manukonda" userId="fb47714f5738b1a5" providerId="Windows Live" clId="Web-{BBA8004C-7CC4-C50C-0BA5-F2C4809953F2}" dt="2026-03-16T14:41:52.423" v="17" actId="1076"/>
          <ac:spMkLst>
            <pc:docMk/>
            <pc:sldMk cId="1723064138" sldId="265"/>
            <ac:spMk id="2" creationId="{C8497D15-C6F4-133F-F7A9-E0CD27F4119F}"/>
          </ac:spMkLst>
        </pc:spChg>
        <pc:graphicFrameChg chg="mod modGraphic">
          <ac:chgData name="Durga prasad Manukonda" userId="fb47714f5738b1a5" providerId="Windows Live" clId="Web-{BBA8004C-7CC4-C50C-0BA5-F2C4809953F2}" dt="2026-03-16T14:42:12.923" v="41"/>
          <ac:graphicFrameMkLst>
            <pc:docMk/>
            <pc:sldMk cId="1723064138" sldId="265"/>
            <ac:graphicFrameMk id="9" creationId="{3388AF46-8DDB-BB0E-F2CB-1B0B0CF55A6B}"/>
          </ac:graphicFrameMkLst>
        </pc:graphicFrameChg>
      </pc:sldChg>
    </pc:docChg>
  </pc:docChgLst>
  <pc:docChgLst>
    <pc:chgData name="Durga prasad Manukonda" userId="fb47714f5738b1a5" providerId="Windows Live" clId="Web-{E4D38DAE-0A92-434A-A8D1-66C41E5A25C2}"/>
    <pc:docChg chg="modSld">
      <pc:chgData name="Durga prasad Manukonda" userId="fb47714f5738b1a5" providerId="Windows Live" clId="Web-{E4D38DAE-0A92-434A-A8D1-66C41E5A25C2}" dt="2026-03-16T11:24:19.804" v="97" actId="20577"/>
      <pc:docMkLst>
        <pc:docMk/>
      </pc:docMkLst>
      <pc:sldChg chg="addAnim delAnim modAnim">
        <pc:chgData name="Durga prasad Manukonda" userId="fb47714f5738b1a5" providerId="Windows Live" clId="Web-{E4D38DAE-0A92-434A-A8D1-66C41E5A25C2}" dt="2026-03-16T11:08:37.768" v="8"/>
        <pc:sldMkLst>
          <pc:docMk/>
          <pc:sldMk cId="109857222" sldId="256"/>
        </pc:sldMkLst>
      </pc:sldChg>
      <pc:sldChg chg="modSp mod addAnim modAnim modShow">
        <pc:chgData name="Durga prasad Manukonda" userId="fb47714f5738b1a5" providerId="Windows Live" clId="Web-{E4D38DAE-0A92-434A-A8D1-66C41E5A25C2}" dt="2026-03-16T11:15:28.098" v="67"/>
        <pc:sldMkLst>
          <pc:docMk/>
          <pc:sldMk cId="3989940468" sldId="257"/>
        </pc:sldMkLst>
        <pc:spChg chg="mod">
          <ac:chgData name="Durga prasad Manukonda" userId="fb47714f5738b1a5" providerId="Windows Live" clId="Web-{E4D38DAE-0A92-434A-A8D1-66C41E5A25C2}" dt="2026-03-16T11:12:09.646" v="43" actId="20577"/>
          <ac:spMkLst>
            <pc:docMk/>
            <pc:sldMk cId="3989940468" sldId="257"/>
            <ac:spMk id="3" creationId="{46A1C348-9BC9-D7E4-FD26-5148983D12FC}"/>
          </ac:spMkLst>
        </pc:spChg>
      </pc:sldChg>
      <pc:sldChg chg="addAnim delAnim modAnim">
        <pc:chgData name="Durga prasad Manukonda" userId="fb47714f5738b1a5" providerId="Windows Live" clId="Web-{E4D38DAE-0A92-434A-A8D1-66C41E5A25C2}" dt="2026-03-16T11:19:04.202" v="87"/>
        <pc:sldMkLst>
          <pc:docMk/>
          <pc:sldMk cId="4015694035" sldId="258"/>
        </pc:sldMkLst>
      </pc:sldChg>
      <pc:sldChg chg="modSp modAnim">
        <pc:chgData name="Durga prasad Manukonda" userId="fb47714f5738b1a5" providerId="Windows Live" clId="Web-{E4D38DAE-0A92-434A-A8D1-66C41E5A25C2}" dt="2026-03-16T11:24:19.804" v="97" actId="20577"/>
        <pc:sldMkLst>
          <pc:docMk/>
          <pc:sldMk cId="3549939788" sldId="259"/>
        </pc:sldMkLst>
        <pc:spChg chg="mod">
          <ac:chgData name="Durga prasad Manukonda" userId="fb47714f5738b1a5" providerId="Windows Live" clId="Web-{E4D38DAE-0A92-434A-A8D1-66C41E5A25C2}" dt="2026-03-16T11:24:19.804" v="97" actId="20577"/>
          <ac:spMkLst>
            <pc:docMk/>
            <pc:sldMk cId="3549939788" sldId="259"/>
            <ac:spMk id="3" creationId="{4EA972A0-AE35-AFD3-EEF2-5399F1F4713F}"/>
          </ac:spMkLst>
        </pc:spChg>
      </pc:sldChg>
    </pc:docChg>
  </pc:docChgLst>
  <pc:docChgLst>
    <pc:chgData name="Durga prasad Manukonda" userId="fb47714f5738b1a5" providerId="Windows Live" clId="Web-{02D5B6DE-1175-45D9-83FC-EF03B6EF9379}"/>
    <pc:docChg chg="addSld delSld modSld">
      <pc:chgData name="Durga prasad Manukonda" userId="fb47714f5738b1a5" providerId="Windows Live" clId="Web-{02D5B6DE-1175-45D9-83FC-EF03B6EF9379}" dt="2026-03-16T11:04:31.273" v="89"/>
      <pc:docMkLst>
        <pc:docMk/>
      </pc:docMkLst>
      <pc:sldChg chg="modSp new mod modShow">
        <pc:chgData name="Durga prasad Manukonda" userId="fb47714f5738b1a5" providerId="Windows Live" clId="Web-{02D5B6DE-1175-45D9-83FC-EF03B6EF9379}" dt="2026-03-16T10:56:26.216" v="29" actId="20577"/>
        <pc:sldMkLst>
          <pc:docMk/>
          <pc:sldMk cId="3989940468" sldId="257"/>
        </pc:sldMkLst>
        <pc:spChg chg="mod">
          <ac:chgData name="Durga prasad Manukonda" userId="fb47714f5738b1a5" providerId="Windows Live" clId="Web-{02D5B6DE-1175-45D9-83FC-EF03B6EF9379}" dt="2026-03-16T10:51:53.882" v="1" actId="20577"/>
          <ac:spMkLst>
            <pc:docMk/>
            <pc:sldMk cId="3989940468" sldId="257"/>
            <ac:spMk id="2" creationId="{E532278E-0071-220D-A4D7-A702CFC6F8C9}"/>
          </ac:spMkLst>
        </pc:spChg>
        <pc:spChg chg="mod">
          <ac:chgData name="Durga prasad Manukonda" userId="fb47714f5738b1a5" providerId="Windows Live" clId="Web-{02D5B6DE-1175-45D9-83FC-EF03B6EF9379}" dt="2026-03-16T10:56:26.216" v="29" actId="20577"/>
          <ac:spMkLst>
            <pc:docMk/>
            <pc:sldMk cId="3989940468" sldId="257"/>
            <ac:spMk id="3" creationId="{46A1C348-9BC9-D7E4-FD26-5148983D12FC}"/>
          </ac:spMkLst>
        </pc:spChg>
      </pc:sldChg>
      <pc:sldChg chg="modSp new addAnim modAnim">
        <pc:chgData name="Durga prasad Manukonda" userId="fb47714f5738b1a5" providerId="Windows Live" clId="Web-{02D5B6DE-1175-45D9-83FC-EF03B6EF9379}" dt="2026-03-16T11:04:31.273" v="89"/>
        <pc:sldMkLst>
          <pc:docMk/>
          <pc:sldMk cId="4015694035" sldId="258"/>
        </pc:sldMkLst>
        <pc:spChg chg="mod">
          <ac:chgData name="Durga prasad Manukonda" userId="fb47714f5738b1a5" providerId="Windows Live" clId="Web-{02D5B6DE-1175-45D9-83FC-EF03B6EF9379}" dt="2026-03-16T10:57:03.420" v="30" actId="20577"/>
          <ac:spMkLst>
            <pc:docMk/>
            <pc:sldMk cId="4015694035" sldId="258"/>
            <ac:spMk id="2" creationId="{454F0178-33AE-2E2D-FC01-F1D822AB4BE7}"/>
          </ac:spMkLst>
        </pc:spChg>
        <pc:spChg chg="mod">
          <ac:chgData name="Durga prasad Manukonda" userId="fb47714f5738b1a5" providerId="Windows Live" clId="Web-{02D5B6DE-1175-45D9-83FC-EF03B6EF9379}" dt="2026-03-16T10:59:23.066" v="64" actId="20577"/>
          <ac:spMkLst>
            <pc:docMk/>
            <pc:sldMk cId="4015694035" sldId="258"/>
            <ac:spMk id="3" creationId="{5A63CFAE-3691-8ED9-F60B-5021F6854121}"/>
          </ac:spMkLst>
        </pc:spChg>
      </pc:sldChg>
      <pc:sldChg chg="modSp new addAnim">
        <pc:chgData name="Durga prasad Manukonda" userId="fb47714f5738b1a5" providerId="Windows Live" clId="Web-{02D5B6DE-1175-45D9-83FC-EF03B6EF9379}" dt="2026-03-16T11:00:25.181" v="69"/>
        <pc:sldMkLst>
          <pc:docMk/>
          <pc:sldMk cId="3549939788" sldId="259"/>
        </pc:sldMkLst>
        <pc:spChg chg="mod">
          <ac:chgData name="Durga prasad Manukonda" userId="fb47714f5738b1a5" providerId="Windows Live" clId="Web-{02D5B6DE-1175-45D9-83FC-EF03B6EF9379}" dt="2026-03-16T11:00:03.538" v="68" actId="20577"/>
          <ac:spMkLst>
            <pc:docMk/>
            <pc:sldMk cId="3549939788" sldId="259"/>
            <ac:spMk id="2" creationId="{4F7D11E1-65FD-2A0A-5090-3BD091909DEF}"/>
          </ac:spMkLst>
        </pc:spChg>
      </pc:sldChg>
    </pc:docChg>
  </pc:docChgLst>
  <pc:docChgLst>
    <pc:chgData name="Durga prasad Manukonda" userId="fb47714f5738b1a5" providerId="Windows Live" clId="Web-{0ABE55B3-21E7-7309-922B-E995CF836E6C}"/>
    <pc:docChg chg="addSld modSld sldOrd">
      <pc:chgData name="Durga prasad Manukonda" userId="fb47714f5738b1a5" providerId="Windows Live" clId="Web-{0ABE55B3-21E7-7309-922B-E995CF836E6C}" dt="2026-03-16T20:48:00.224" v="1208"/>
      <pc:docMkLst>
        <pc:docMk/>
      </pc:docMkLst>
      <pc:sldChg chg="modSp modAnim">
        <pc:chgData name="Durga prasad Manukonda" userId="fb47714f5738b1a5" providerId="Windows Live" clId="Web-{0ABE55B3-21E7-7309-922B-E995CF836E6C}" dt="2026-03-16T19:54:33.999" v="465"/>
        <pc:sldMkLst>
          <pc:docMk/>
          <pc:sldMk cId="3989940468" sldId="257"/>
        </pc:sldMkLst>
        <pc:spChg chg="mod">
          <ac:chgData name="Durga prasad Manukonda" userId="fb47714f5738b1a5" providerId="Windows Live" clId="Web-{0ABE55B3-21E7-7309-922B-E995CF836E6C}" dt="2026-03-16T19:37:59.196" v="348" actId="20577"/>
          <ac:spMkLst>
            <pc:docMk/>
            <pc:sldMk cId="3989940468" sldId="257"/>
            <ac:spMk id="2" creationId="{E532278E-0071-220D-A4D7-A702CFC6F8C9}"/>
          </ac:spMkLst>
        </pc:spChg>
        <pc:spChg chg="mod">
          <ac:chgData name="Durga prasad Manukonda" userId="fb47714f5738b1a5" providerId="Windows Live" clId="Web-{0ABE55B3-21E7-7309-922B-E995CF836E6C}" dt="2026-03-16T19:54:13.310" v="455" actId="20577"/>
          <ac:spMkLst>
            <pc:docMk/>
            <pc:sldMk cId="3989940468" sldId="257"/>
            <ac:spMk id="3" creationId="{46A1C348-9BC9-D7E4-FD26-5148983D12FC}"/>
          </ac:spMkLst>
        </pc:spChg>
      </pc:sldChg>
      <pc:sldChg chg="modSp">
        <pc:chgData name="Durga prasad Manukonda" userId="fb47714f5738b1a5" providerId="Windows Live" clId="Web-{0ABE55B3-21E7-7309-922B-E995CF836E6C}" dt="2026-03-16T19:37:55.633" v="347" actId="20577"/>
        <pc:sldMkLst>
          <pc:docMk/>
          <pc:sldMk cId="4015694035" sldId="258"/>
        </pc:sldMkLst>
        <pc:spChg chg="mod">
          <ac:chgData name="Durga prasad Manukonda" userId="fb47714f5738b1a5" providerId="Windows Live" clId="Web-{0ABE55B3-21E7-7309-922B-E995CF836E6C}" dt="2026-03-16T19:37:55.633" v="347" actId="20577"/>
          <ac:spMkLst>
            <pc:docMk/>
            <pc:sldMk cId="4015694035" sldId="258"/>
            <ac:spMk id="2" creationId="{454F0178-33AE-2E2D-FC01-F1D822AB4BE7}"/>
          </ac:spMkLst>
        </pc:spChg>
      </pc:sldChg>
      <pc:sldChg chg="modSp modAnim">
        <pc:chgData name="Durga prasad Manukonda" userId="fb47714f5738b1a5" providerId="Windows Live" clId="Web-{0ABE55B3-21E7-7309-922B-E995CF836E6C}" dt="2026-03-16T20:00:58.688" v="512"/>
        <pc:sldMkLst>
          <pc:docMk/>
          <pc:sldMk cId="3549939788" sldId="259"/>
        </pc:sldMkLst>
        <pc:spChg chg="mod">
          <ac:chgData name="Durga prasad Manukonda" userId="fb47714f5738b1a5" providerId="Windows Live" clId="Web-{0ABE55B3-21E7-7309-922B-E995CF836E6C}" dt="2026-03-16T19:37:38.117" v="346" actId="20577"/>
          <ac:spMkLst>
            <pc:docMk/>
            <pc:sldMk cId="3549939788" sldId="259"/>
            <ac:spMk id="2" creationId="{4F7D11E1-65FD-2A0A-5090-3BD091909DEF}"/>
          </ac:spMkLst>
        </pc:spChg>
        <pc:spChg chg="mod">
          <ac:chgData name="Durga prasad Manukonda" userId="fb47714f5738b1a5" providerId="Windows Live" clId="Web-{0ABE55B3-21E7-7309-922B-E995CF836E6C}" dt="2026-03-16T19:59:34.576" v="490" actId="14100"/>
          <ac:spMkLst>
            <pc:docMk/>
            <pc:sldMk cId="3549939788" sldId="259"/>
            <ac:spMk id="3" creationId="{4EA972A0-AE35-AFD3-EEF2-5399F1F4713F}"/>
          </ac:spMkLst>
        </pc:spChg>
      </pc:sldChg>
      <pc:sldChg chg="addAnim modAnim">
        <pc:chgData name="Durga prasad Manukonda" userId="fb47714f5738b1a5" providerId="Windows Live" clId="Web-{0ABE55B3-21E7-7309-922B-E995CF836E6C}" dt="2026-03-16T20:16:58.852" v="770"/>
        <pc:sldMkLst>
          <pc:docMk/>
          <pc:sldMk cId="3126094017" sldId="260"/>
        </pc:sldMkLst>
      </pc:sldChg>
      <pc:sldChg chg="addAnim modAnim">
        <pc:chgData name="Durga prasad Manukonda" userId="fb47714f5738b1a5" providerId="Windows Live" clId="Web-{0ABE55B3-21E7-7309-922B-E995CF836E6C}" dt="2026-03-16T20:17:24.431" v="776"/>
        <pc:sldMkLst>
          <pc:docMk/>
          <pc:sldMk cId="240878674" sldId="261"/>
        </pc:sldMkLst>
      </pc:sldChg>
      <pc:sldChg chg="modSp modAnim">
        <pc:chgData name="Durga prasad Manukonda" userId="fb47714f5738b1a5" providerId="Windows Live" clId="Web-{0ABE55B3-21E7-7309-922B-E995CF836E6C}" dt="2026-03-16T19:37:15.850" v="345" actId="20577"/>
        <pc:sldMkLst>
          <pc:docMk/>
          <pc:sldMk cId="2177726364" sldId="262"/>
        </pc:sldMkLst>
        <pc:spChg chg="mod">
          <ac:chgData name="Durga prasad Manukonda" userId="fb47714f5738b1a5" providerId="Windows Live" clId="Web-{0ABE55B3-21E7-7309-922B-E995CF836E6C}" dt="2026-03-16T19:37:15.850" v="345" actId="20577"/>
          <ac:spMkLst>
            <pc:docMk/>
            <pc:sldMk cId="2177726364" sldId="262"/>
            <ac:spMk id="2" creationId="{8C566819-3312-C346-9A07-5FE95E68D156}"/>
          </ac:spMkLst>
        </pc:spChg>
        <pc:spChg chg="mod">
          <ac:chgData name="Durga prasad Manukonda" userId="fb47714f5738b1a5" providerId="Windows Live" clId="Web-{0ABE55B3-21E7-7309-922B-E995CF836E6C}" dt="2026-03-16T19:17:45.116" v="135" actId="20577"/>
          <ac:spMkLst>
            <pc:docMk/>
            <pc:sldMk cId="2177726364" sldId="262"/>
            <ac:spMk id="3" creationId="{46941EE9-4B61-41A1-15DE-DDE1B1C6555A}"/>
          </ac:spMkLst>
        </pc:spChg>
      </pc:sldChg>
      <pc:sldChg chg="modSp">
        <pc:chgData name="Durga prasad Manukonda" userId="fb47714f5738b1a5" providerId="Windows Live" clId="Web-{0ABE55B3-21E7-7309-922B-E995CF836E6C}" dt="2026-03-16T19:36:43.490" v="344" actId="20577"/>
        <pc:sldMkLst>
          <pc:docMk/>
          <pc:sldMk cId="1309632149" sldId="263"/>
        </pc:sldMkLst>
        <pc:spChg chg="mod">
          <ac:chgData name="Durga prasad Manukonda" userId="fb47714f5738b1a5" providerId="Windows Live" clId="Web-{0ABE55B3-21E7-7309-922B-E995CF836E6C}" dt="2026-03-16T19:36:43.490" v="344" actId="20577"/>
          <ac:spMkLst>
            <pc:docMk/>
            <pc:sldMk cId="1309632149" sldId="263"/>
            <ac:spMk id="2" creationId="{54ADE7C2-1CFB-BDB4-B716-1C89311CA138}"/>
          </ac:spMkLst>
        </pc:spChg>
        <pc:spChg chg="mod">
          <ac:chgData name="Durga prasad Manukonda" userId="fb47714f5738b1a5" providerId="Windows Live" clId="Web-{0ABE55B3-21E7-7309-922B-E995CF836E6C}" dt="2026-03-16T19:35:41.596" v="338" actId="20577"/>
          <ac:spMkLst>
            <pc:docMk/>
            <pc:sldMk cId="1309632149" sldId="263"/>
            <ac:spMk id="6" creationId="{F0F2C3E6-DC5E-4567-884A-B0C81F8B44E5}"/>
          </ac:spMkLst>
        </pc:spChg>
        <pc:picChg chg="mod">
          <ac:chgData name="Durga prasad Manukonda" userId="fb47714f5738b1a5" providerId="Windows Live" clId="Web-{0ABE55B3-21E7-7309-922B-E995CF836E6C}" dt="2026-03-16T19:35:35.424" v="337" actId="14100"/>
          <ac:picMkLst>
            <pc:docMk/>
            <pc:sldMk cId="1309632149" sldId="263"/>
            <ac:picMk id="4" creationId="{748DC52B-B346-F7F0-8F2D-E4FDB5AB9B00}"/>
          </ac:picMkLst>
        </pc:picChg>
        <pc:picChg chg="mod">
          <ac:chgData name="Durga prasad Manukonda" userId="fb47714f5738b1a5" providerId="Windows Live" clId="Web-{0ABE55B3-21E7-7309-922B-E995CF836E6C}" dt="2026-03-16T19:35:24.579" v="335" actId="1076"/>
          <ac:picMkLst>
            <pc:docMk/>
            <pc:sldMk cId="1309632149" sldId="263"/>
            <ac:picMk id="7" creationId="{B9859DE1-627A-38D2-355C-B3BD32414FAF}"/>
          </ac:picMkLst>
        </pc:picChg>
      </pc:sldChg>
      <pc:sldChg chg="modSp modAnim">
        <pc:chgData name="Durga prasad Manukonda" userId="fb47714f5738b1a5" providerId="Windows Live" clId="Web-{0ABE55B3-21E7-7309-922B-E995CF836E6C}" dt="2026-03-16T19:47:27.160" v="425"/>
        <pc:sldMkLst>
          <pc:docMk/>
          <pc:sldMk cId="142523174" sldId="264"/>
        </pc:sldMkLst>
        <pc:spChg chg="mod">
          <ac:chgData name="Durga prasad Manukonda" userId="fb47714f5738b1a5" providerId="Windows Live" clId="Web-{0ABE55B3-21E7-7309-922B-E995CF836E6C}" dt="2026-03-16T19:43:05.438" v="368" actId="14100"/>
          <ac:spMkLst>
            <pc:docMk/>
            <pc:sldMk cId="142523174" sldId="264"/>
            <ac:spMk id="2" creationId="{C5810F63-5EC4-F900-D7C1-5D37D48C5541}"/>
          </ac:spMkLst>
        </pc:spChg>
        <pc:spChg chg="mod">
          <ac:chgData name="Durga prasad Manukonda" userId="fb47714f5738b1a5" providerId="Windows Live" clId="Web-{0ABE55B3-21E7-7309-922B-E995CF836E6C}" dt="2026-03-16T19:46:26.612" v="415" actId="20577"/>
          <ac:spMkLst>
            <pc:docMk/>
            <pc:sldMk cId="142523174" sldId="264"/>
            <ac:spMk id="3" creationId="{2E1EF6FE-EB93-212F-7788-EA3DCBF25393}"/>
          </ac:spMkLst>
        </pc:spChg>
      </pc:sldChg>
      <pc:sldChg chg="addSp delSp modSp new addAnim modAnim">
        <pc:chgData name="Durga prasad Manukonda" userId="fb47714f5738b1a5" providerId="Windows Live" clId="Web-{0ABE55B3-21E7-7309-922B-E995CF836E6C}" dt="2026-03-16T19:49:18.623" v="436"/>
        <pc:sldMkLst>
          <pc:docMk/>
          <pc:sldMk cId="3927510243" sldId="266"/>
        </pc:sldMkLst>
        <pc:spChg chg="mod">
          <ac:chgData name="Durga prasad Manukonda" userId="fb47714f5738b1a5" providerId="Windows Live" clId="Web-{0ABE55B3-21E7-7309-922B-E995CF836E6C}" dt="2026-03-16T19:36:05.394" v="339" actId="20577"/>
          <ac:spMkLst>
            <pc:docMk/>
            <pc:sldMk cId="3927510243" sldId="266"/>
            <ac:spMk id="2" creationId="{C2A86AAB-282B-4B0A-764E-067ACC98B628}"/>
          </ac:spMkLst>
        </pc:spChg>
        <pc:spChg chg="add mod">
          <ac:chgData name="Durga prasad Manukonda" userId="fb47714f5738b1a5" providerId="Windows Live" clId="Web-{0ABE55B3-21E7-7309-922B-E995CF836E6C}" dt="2026-03-16T19:05:08.490" v="85" actId="20577"/>
          <ac:spMkLst>
            <pc:docMk/>
            <pc:sldMk cId="3927510243" sldId="266"/>
            <ac:spMk id="6" creationId="{E8AA7495-D523-6242-A445-9AF3B26FB1A8}"/>
          </ac:spMkLst>
        </pc:spChg>
        <pc:picChg chg="add mod ord">
          <ac:chgData name="Durga prasad Manukonda" userId="fb47714f5738b1a5" providerId="Windows Live" clId="Web-{0ABE55B3-21E7-7309-922B-E995CF836E6C}" dt="2026-03-16T19:05:57.178" v="90" actId="14100"/>
          <ac:picMkLst>
            <pc:docMk/>
            <pc:sldMk cId="3927510243" sldId="266"/>
            <ac:picMk id="4" creationId="{6EDCBED0-BFA0-ACFB-1B9B-C5313D623F2F}"/>
          </ac:picMkLst>
        </pc:picChg>
        <pc:picChg chg="add mod">
          <ac:chgData name="Durga prasad Manukonda" userId="fb47714f5738b1a5" providerId="Windows Live" clId="Web-{0ABE55B3-21E7-7309-922B-E995CF836E6C}" dt="2026-03-16T19:05:43.412" v="89" actId="14100"/>
          <ac:picMkLst>
            <pc:docMk/>
            <pc:sldMk cId="3927510243" sldId="266"/>
            <ac:picMk id="7" creationId="{E747A96F-3634-58B9-A292-8920901E2207}"/>
          </ac:picMkLst>
        </pc:picChg>
      </pc:sldChg>
      <pc:sldChg chg="addSp delSp modSp new ord addAnim modAnim">
        <pc:chgData name="Durga prasad Manukonda" userId="fb47714f5738b1a5" providerId="Windows Live" clId="Web-{0ABE55B3-21E7-7309-922B-E995CF836E6C}" dt="2026-03-16T19:39:18.167" v="359"/>
        <pc:sldMkLst>
          <pc:docMk/>
          <pc:sldMk cId="3530312472" sldId="267"/>
        </pc:sldMkLst>
        <pc:spChg chg="mod">
          <ac:chgData name="Durga prasad Manukonda" userId="fb47714f5738b1a5" providerId="Windows Live" clId="Web-{0ABE55B3-21E7-7309-922B-E995CF836E6C}" dt="2026-03-16T19:28:13.943" v="283" actId="1076"/>
          <ac:spMkLst>
            <pc:docMk/>
            <pc:sldMk cId="3530312472" sldId="267"/>
            <ac:spMk id="2" creationId="{9E2A51E8-E6F6-1E77-B7F5-BADDF58828AF}"/>
          </ac:spMkLst>
        </pc:spChg>
        <pc:spChg chg="add mod">
          <ac:chgData name="Durga prasad Manukonda" userId="fb47714f5738b1a5" providerId="Windows Live" clId="Web-{0ABE55B3-21E7-7309-922B-E995CF836E6C}" dt="2026-03-16T19:31:11.867" v="323" actId="1076"/>
          <ac:spMkLst>
            <pc:docMk/>
            <pc:sldMk cId="3530312472" sldId="267"/>
            <ac:spMk id="7" creationId="{294AD45E-F6F2-7CE6-89E1-B7F28D4F805C}"/>
          </ac:spMkLst>
        </pc:spChg>
        <pc:spChg chg="add mod">
          <ac:chgData name="Durga prasad Manukonda" userId="fb47714f5738b1a5" providerId="Windows Live" clId="Web-{0ABE55B3-21E7-7309-922B-E995CF836E6C}" dt="2026-03-16T19:31:37.914" v="327" actId="1076"/>
          <ac:spMkLst>
            <pc:docMk/>
            <pc:sldMk cId="3530312472" sldId="267"/>
            <ac:spMk id="8" creationId="{3AF36563-D6F8-2197-2D16-53FD88F58AA2}"/>
          </ac:spMkLst>
        </pc:spChg>
        <pc:graphicFrameChg chg="add mod ord modGraphic">
          <ac:chgData name="Durga prasad Manukonda" userId="fb47714f5738b1a5" providerId="Windows Live" clId="Web-{0ABE55B3-21E7-7309-922B-E995CF836E6C}" dt="2026-03-16T19:31:07.289" v="322" actId="1076"/>
          <ac:graphicFrameMkLst>
            <pc:docMk/>
            <pc:sldMk cId="3530312472" sldId="267"/>
            <ac:graphicFrameMk id="4" creationId="{CA35C11D-F90B-298E-1EC4-D90C1BA7A73C}"/>
          </ac:graphicFrameMkLst>
        </pc:graphicFrameChg>
      </pc:sldChg>
      <pc:sldChg chg="addSp delSp modSp new ord addAnim modAnim">
        <pc:chgData name="Durga prasad Manukonda" userId="fb47714f5738b1a5" providerId="Windows Live" clId="Web-{0ABE55B3-21E7-7309-922B-E995CF836E6C}" dt="2026-03-16T20:16:02.742" v="768"/>
        <pc:sldMkLst>
          <pc:docMk/>
          <pc:sldMk cId="4234234438" sldId="268"/>
        </pc:sldMkLst>
        <pc:spChg chg="mod">
          <ac:chgData name="Durga prasad Manukonda" userId="fb47714f5738b1a5" providerId="Windows Live" clId="Web-{0ABE55B3-21E7-7309-922B-E995CF836E6C}" dt="2026-03-16T20:06:29.609" v="545" actId="14100"/>
          <ac:spMkLst>
            <pc:docMk/>
            <pc:sldMk cId="4234234438" sldId="268"/>
            <ac:spMk id="2" creationId="{F27F6D57-DEE5-54C6-0387-F113743FBF24}"/>
          </ac:spMkLst>
        </pc:spChg>
        <pc:graphicFrameChg chg="add mod ord modGraphic">
          <ac:chgData name="Durga prasad Manukonda" userId="fb47714f5738b1a5" providerId="Windows Live" clId="Web-{0ABE55B3-21E7-7309-922B-E995CF836E6C}" dt="2026-03-16T20:15:13.944" v="759"/>
          <ac:graphicFrameMkLst>
            <pc:docMk/>
            <pc:sldMk cId="4234234438" sldId="268"/>
            <ac:graphicFrameMk id="4" creationId="{0D96BB7B-E6A1-B6FD-8F7D-0B912C1ECF6D}"/>
          </ac:graphicFrameMkLst>
        </pc:graphicFrameChg>
      </pc:sldChg>
      <pc:sldChg chg="modSp new addAnim modAnim">
        <pc:chgData name="Durga prasad Manukonda" userId="fb47714f5738b1a5" providerId="Windows Live" clId="Web-{0ABE55B3-21E7-7309-922B-E995CF836E6C}" dt="2026-03-16T20:30:38.104" v="885"/>
        <pc:sldMkLst>
          <pc:docMk/>
          <pc:sldMk cId="162433926" sldId="269"/>
        </pc:sldMkLst>
        <pc:spChg chg="mod">
          <ac:chgData name="Durga prasad Manukonda" userId="fb47714f5738b1a5" providerId="Windows Live" clId="Web-{0ABE55B3-21E7-7309-922B-E995CF836E6C}" dt="2026-03-16T20:22:55.569" v="785" actId="14100"/>
          <ac:spMkLst>
            <pc:docMk/>
            <pc:sldMk cId="162433926" sldId="269"/>
            <ac:spMk id="2" creationId="{2B51879D-DF10-2098-7AE0-D60F70A8D8F2}"/>
          </ac:spMkLst>
        </pc:spChg>
        <pc:spChg chg="mod">
          <ac:chgData name="Durga prasad Manukonda" userId="fb47714f5738b1a5" providerId="Windows Live" clId="Web-{0ABE55B3-21E7-7309-922B-E995CF836E6C}" dt="2026-03-16T20:29:22.772" v="858" actId="20577"/>
          <ac:spMkLst>
            <pc:docMk/>
            <pc:sldMk cId="162433926" sldId="269"/>
            <ac:spMk id="3" creationId="{F85E2336-4C4D-C789-E83F-A443B4E18223}"/>
          </ac:spMkLst>
        </pc:spChg>
      </pc:sldChg>
      <pc:sldChg chg="addSp delSp modSp new addAnim modAnim">
        <pc:chgData name="Durga prasad Manukonda" userId="fb47714f5738b1a5" providerId="Windows Live" clId="Web-{0ABE55B3-21E7-7309-922B-E995CF836E6C}" dt="2026-03-16T20:40:20.185" v="1099"/>
        <pc:sldMkLst>
          <pc:docMk/>
          <pc:sldMk cId="3773738777" sldId="270"/>
        </pc:sldMkLst>
        <pc:spChg chg="mod">
          <ac:chgData name="Durga prasad Manukonda" userId="fb47714f5738b1a5" providerId="Windows Live" clId="Web-{0ABE55B3-21E7-7309-922B-E995CF836E6C}" dt="2026-03-16T20:31:49.201" v="896" actId="14100"/>
          <ac:spMkLst>
            <pc:docMk/>
            <pc:sldMk cId="3773738777" sldId="270"/>
            <ac:spMk id="2" creationId="{89658B34-D61B-7EB3-3C1F-EE2DB3EE284D}"/>
          </ac:spMkLst>
        </pc:spChg>
        <pc:graphicFrameChg chg="add mod ord modGraphic">
          <ac:chgData name="Durga prasad Manukonda" userId="fb47714f5738b1a5" providerId="Windows Live" clId="Web-{0ABE55B3-21E7-7309-922B-E995CF836E6C}" dt="2026-03-16T20:38:36.401" v="1091"/>
          <ac:graphicFrameMkLst>
            <pc:docMk/>
            <pc:sldMk cId="3773738777" sldId="270"/>
            <ac:graphicFrameMk id="4" creationId="{01DE4D1D-698E-5CA3-AC3B-D016F5BCEEF3}"/>
          </ac:graphicFrameMkLst>
        </pc:graphicFrameChg>
      </pc:sldChg>
      <pc:sldChg chg="addSp delSp modSp new addAnim modAnim">
        <pc:chgData name="Durga prasad Manukonda" userId="fb47714f5738b1a5" providerId="Windows Live" clId="Web-{0ABE55B3-21E7-7309-922B-E995CF836E6C}" dt="2026-03-16T20:48:00.224" v="1208"/>
        <pc:sldMkLst>
          <pc:docMk/>
          <pc:sldMk cId="2519233827" sldId="271"/>
        </pc:sldMkLst>
        <pc:spChg chg="mod">
          <ac:chgData name="Durga prasad Manukonda" userId="fb47714f5738b1a5" providerId="Windows Live" clId="Web-{0ABE55B3-21E7-7309-922B-E995CF836E6C}" dt="2026-03-16T20:41:14.159" v="1106" actId="14100"/>
          <ac:spMkLst>
            <pc:docMk/>
            <pc:sldMk cId="2519233827" sldId="271"/>
            <ac:spMk id="2" creationId="{F10C28BA-E10F-05F5-C39E-589D0869DA99}"/>
          </ac:spMkLst>
        </pc:spChg>
        <pc:spChg chg="add mod">
          <ac:chgData name="Durga prasad Manukonda" userId="fb47714f5738b1a5" providerId="Windows Live" clId="Web-{0ABE55B3-21E7-7309-922B-E995CF836E6C}" dt="2026-03-16T20:43:21.688" v="1126" actId="1076"/>
          <ac:spMkLst>
            <pc:docMk/>
            <pc:sldMk cId="2519233827" sldId="271"/>
            <ac:spMk id="5" creationId="{F41F1810-03B3-BCF6-D806-1E05008B292D}"/>
          </ac:spMkLst>
        </pc:spChg>
        <pc:spChg chg="add mod">
          <ac:chgData name="Durga prasad Manukonda" userId="fb47714f5738b1a5" providerId="Windows Live" clId="Web-{0ABE55B3-21E7-7309-922B-E995CF836E6C}" dt="2026-03-16T20:45:34.215" v="1164" actId="1076"/>
          <ac:spMkLst>
            <pc:docMk/>
            <pc:sldMk cId="2519233827" sldId="271"/>
            <ac:spMk id="10" creationId="{8640DED1-7891-7E47-2ED7-35BEA090911B}"/>
          </ac:spMkLst>
        </pc:spChg>
        <pc:picChg chg="add mod ord">
          <ac:chgData name="Durga prasad Manukonda" userId="fb47714f5738b1a5" providerId="Windows Live" clId="Web-{0ABE55B3-21E7-7309-922B-E995CF836E6C}" dt="2026-03-16T20:42:02.321" v="1112" actId="14100"/>
          <ac:picMkLst>
            <pc:docMk/>
            <pc:sldMk cId="2519233827" sldId="271"/>
            <ac:picMk id="4" creationId="{0205BF8E-CD37-A4F8-1568-2C5DD6A32A76}"/>
          </ac:picMkLst>
        </pc:picChg>
        <pc:picChg chg="add mod">
          <ac:chgData name="Durga prasad Manukonda" userId="fb47714f5738b1a5" providerId="Windows Live" clId="Web-{0ABE55B3-21E7-7309-922B-E995CF836E6C}" dt="2026-03-16T20:43:15" v="1125" actId="1076"/>
          <ac:picMkLst>
            <pc:docMk/>
            <pc:sldMk cId="2519233827" sldId="271"/>
            <ac:picMk id="6" creationId="{717A4EF3-1904-0FB3-D430-A6B0DC0F0F73}"/>
          </ac:picMkLst>
        </pc:picChg>
        <pc:picChg chg="add mod">
          <ac:chgData name="Durga prasad Manukonda" userId="fb47714f5738b1a5" providerId="Windows Live" clId="Web-{0ABE55B3-21E7-7309-922B-E995CF836E6C}" dt="2026-03-16T20:45:46.904" v="1168" actId="1076"/>
          <ac:picMkLst>
            <pc:docMk/>
            <pc:sldMk cId="2519233827" sldId="271"/>
            <ac:picMk id="11" creationId="{C4BD1B6F-5C02-524E-A6B4-5CDCB8780F1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36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3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3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14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0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2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58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31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0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9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786239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9AACA9-BD92-429F-8047-0731DB46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FE3358-29EE-4087-8570-9666D88A1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6388" y="0"/>
            <a:ext cx="7266875" cy="6858000"/>
            <a:chOff x="0" y="0"/>
            <a:chExt cx="7266875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FD9C6E8-5129-4C44-8443-5ABF75EC6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600"/>
              <a:ext cx="7266875" cy="6854400"/>
            </a:xfrm>
            <a:custGeom>
              <a:avLst/>
              <a:gdLst>
                <a:gd name="connsiteX0" fmla="*/ 3839675 w 7266875"/>
                <a:gd name="connsiteY0" fmla="*/ 0 h 6854400"/>
                <a:gd name="connsiteX1" fmla="*/ 7266875 w 7266875"/>
                <a:gd name="connsiteY1" fmla="*/ 3427200 h 6854400"/>
                <a:gd name="connsiteX2" fmla="*/ 3839675 w 7266875"/>
                <a:gd name="connsiteY2" fmla="*/ 6854400 h 6854400"/>
                <a:gd name="connsiteX3" fmla="*/ 3489264 w 7266875"/>
                <a:gd name="connsiteY3" fmla="*/ 6836706 h 6854400"/>
                <a:gd name="connsiteX4" fmla="*/ 3327588 w 7266875"/>
                <a:gd name="connsiteY4" fmla="*/ 6816161 h 6854400"/>
                <a:gd name="connsiteX5" fmla="*/ 3174464 w 7266875"/>
                <a:gd name="connsiteY5" fmla="*/ 6839531 h 6854400"/>
                <a:gd name="connsiteX6" fmla="*/ 2880000 w 7266875"/>
                <a:gd name="connsiteY6" fmla="*/ 6854400 h 6854400"/>
                <a:gd name="connsiteX7" fmla="*/ 0 w 7266875"/>
                <a:gd name="connsiteY7" fmla="*/ 3974400 h 6854400"/>
                <a:gd name="connsiteX8" fmla="*/ 226325 w 7266875"/>
                <a:gd name="connsiteY8" fmla="*/ 2853374 h 6854400"/>
                <a:gd name="connsiteX9" fmla="*/ 258015 w 7266875"/>
                <a:gd name="connsiteY9" fmla="*/ 2787590 h 6854400"/>
                <a:gd name="connsiteX10" fmla="*/ 224445 w 7266875"/>
                <a:gd name="connsiteY10" fmla="*/ 2657030 h 6854400"/>
                <a:gd name="connsiteX11" fmla="*/ 180561 w 7266875"/>
                <a:gd name="connsiteY11" fmla="*/ 2221714 h 6854400"/>
                <a:gd name="connsiteX12" fmla="*/ 2340561 w 7266875"/>
                <a:gd name="connsiteY12" fmla="*/ 61714 h 6854400"/>
                <a:gd name="connsiteX13" fmla="*/ 2828370 w 7266875"/>
                <a:gd name="connsiteY13" fmla="*/ 117025 h 6854400"/>
                <a:gd name="connsiteX14" fmla="*/ 2891183 w 7266875"/>
                <a:gd name="connsiteY14" fmla="*/ 134017 h 6854400"/>
                <a:gd name="connsiteX15" fmla="*/ 2983165 w 7266875"/>
                <a:gd name="connsiteY15" fmla="*/ 107897 h 6854400"/>
                <a:gd name="connsiteX16" fmla="*/ 3839675 w 7266875"/>
                <a:gd name="connsiteY16" fmla="*/ 0 h 685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66875" h="6854400">
                  <a:moveTo>
                    <a:pt x="3839675" y="0"/>
                  </a:moveTo>
                  <a:cubicBezTo>
                    <a:pt x="5732465" y="0"/>
                    <a:pt x="7266875" y="1534410"/>
                    <a:pt x="7266875" y="3427200"/>
                  </a:cubicBezTo>
                  <a:cubicBezTo>
                    <a:pt x="7266875" y="5319990"/>
                    <a:pt x="5732465" y="6854400"/>
                    <a:pt x="3839675" y="6854400"/>
                  </a:cubicBezTo>
                  <a:cubicBezTo>
                    <a:pt x="3721376" y="6854400"/>
                    <a:pt x="3604476" y="6848406"/>
                    <a:pt x="3489264" y="6836706"/>
                  </a:cubicBezTo>
                  <a:lnTo>
                    <a:pt x="3327588" y="6816161"/>
                  </a:lnTo>
                  <a:lnTo>
                    <a:pt x="3174464" y="6839531"/>
                  </a:lnTo>
                  <a:cubicBezTo>
                    <a:pt x="3077646" y="6849363"/>
                    <a:pt x="2979412" y="6854400"/>
                    <a:pt x="2880000" y="6854400"/>
                  </a:cubicBezTo>
                  <a:cubicBezTo>
                    <a:pt x="1289420" y="6854400"/>
                    <a:pt x="0" y="5564980"/>
                    <a:pt x="0" y="3974400"/>
                  </a:cubicBezTo>
                  <a:cubicBezTo>
                    <a:pt x="0" y="3576755"/>
                    <a:pt x="80589" y="3197933"/>
                    <a:pt x="226325" y="2853374"/>
                  </a:cubicBezTo>
                  <a:lnTo>
                    <a:pt x="258015" y="2787590"/>
                  </a:lnTo>
                  <a:lnTo>
                    <a:pt x="224445" y="2657030"/>
                  </a:lnTo>
                  <a:cubicBezTo>
                    <a:pt x="195672" y="2516419"/>
                    <a:pt x="180561" y="2370831"/>
                    <a:pt x="180561" y="2221714"/>
                  </a:cubicBezTo>
                  <a:cubicBezTo>
                    <a:pt x="180561" y="1028779"/>
                    <a:pt x="1147626" y="61714"/>
                    <a:pt x="2340561" y="61714"/>
                  </a:cubicBezTo>
                  <a:cubicBezTo>
                    <a:pt x="2508318" y="61714"/>
                    <a:pt x="2671608" y="80838"/>
                    <a:pt x="2828370" y="117025"/>
                  </a:cubicBezTo>
                  <a:lnTo>
                    <a:pt x="2891183" y="134017"/>
                  </a:lnTo>
                  <a:lnTo>
                    <a:pt x="2983165" y="107897"/>
                  </a:lnTo>
                  <a:cubicBezTo>
                    <a:pt x="3256928" y="37461"/>
                    <a:pt x="3543927" y="0"/>
                    <a:pt x="3839675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38CFD4D-22F2-420F-8CB7-042571895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94400"/>
              <a:ext cx="5760000" cy="5760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8D49264-261A-4A8E-AB05-33332DCC9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0561" y="61714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C20F8FA-12CB-4D89-9416-296785816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2475" y="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7487" y="545126"/>
            <a:ext cx="9217026" cy="3783988"/>
          </a:xfrm>
        </p:spPr>
        <p:txBody>
          <a:bodyPr>
            <a:normAutofit/>
          </a:bodyPr>
          <a:lstStyle/>
          <a:p>
            <a:pPr algn="ctr"/>
            <a:r>
              <a:rPr lang="en-GB"/>
              <a:t>Collection In C Sharp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7488" y="4508501"/>
            <a:ext cx="9155112" cy="18002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GB"/>
              <a:t> By </a:t>
            </a:r>
          </a:p>
          <a:p>
            <a:pPr algn="ctr"/>
            <a:r>
              <a:rPr lang="en-GB"/>
              <a:t>Durga Prasad </a:t>
            </a:r>
            <a:r>
              <a:rPr lang="en-GB" err="1"/>
              <a:t>manukonda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278E-0071-220D-A4D7-A702CFC6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Bell MT"/>
                <a:cs typeface="Helvetica"/>
              </a:rPr>
              <a:t>What is a Collection?</a:t>
            </a:r>
            <a:endParaRPr lang="en-US">
              <a:latin typeface="Bell MT"/>
            </a:endParaRPr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1C348-9BC9-D7E4-FD26-5148983D1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200" y="1586779"/>
            <a:ext cx="11599899" cy="49851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cs typeface="Helvetica"/>
              </a:rPr>
              <a:t>﻿A </a:t>
            </a:r>
            <a:r>
              <a:rPr lang="en-GB" sz="2400" b="1">
                <a:latin typeface="Helvetica"/>
                <a:cs typeface="Helvetica"/>
              </a:rPr>
              <a:t>Collection</a:t>
            </a:r>
            <a:r>
              <a:rPr lang="en-GB" sz="2400">
                <a:latin typeface="Helvetica"/>
                <a:cs typeface="Helvetica"/>
              </a:rPr>
              <a:t> is a </a:t>
            </a:r>
            <a:r>
              <a:rPr lang="en-GB" sz="2400" b="1">
                <a:latin typeface="Helvetica"/>
                <a:cs typeface="Helvetica"/>
              </a:rPr>
              <a:t>group of objects stored together in a single variable</a:t>
            </a:r>
            <a:r>
              <a:rPr lang="en-GB" sz="2400">
                <a:latin typeface="Helvetica"/>
                <a:cs typeface="Helvetica"/>
              </a:rPr>
              <a:t>.</a:t>
            </a: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ea typeface="+mn-lt"/>
                <a:cs typeface="Helvetica"/>
              </a:rPr>
              <a:t>It is used to </a:t>
            </a:r>
            <a:r>
              <a:rPr lang="en-GB" sz="2400" b="1">
                <a:latin typeface="Helvetica"/>
                <a:ea typeface="+mn-lt"/>
                <a:cs typeface="Helvetica"/>
              </a:rPr>
              <a:t>store, manage, and manipulate multiple data items efficiently.</a:t>
            </a:r>
            <a:endParaRPr lang="en-GB" sz="2400">
              <a:latin typeface="Helvetica"/>
              <a:ea typeface="+mn-lt"/>
              <a:cs typeface="Helvetica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cs typeface="Helvetica"/>
              </a:rPr>
              <a:t>Collections are data structures that holds data in different ways for flexible operations. C# Collection classes are defined as part of the </a:t>
            </a:r>
            <a:r>
              <a:rPr lang="en-GB" sz="2400" err="1">
                <a:latin typeface="Helvetica"/>
                <a:cs typeface="Helvetica"/>
              </a:rPr>
              <a:t>System.Collections</a:t>
            </a:r>
            <a:r>
              <a:rPr lang="en-GB" sz="2400">
                <a:latin typeface="Helvetica"/>
                <a:cs typeface="Helvetica"/>
              </a:rPr>
              <a:t> or </a:t>
            </a:r>
            <a:r>
              <a:rPr lang="en-GB" sz="2400" err="1">
                <a:latin typeface="Helvetica"/>
                <a:cs typeface="Helvetica"/>
              </a:rPr>
              <a:t>System.Collections.Generic</a:t>
            </a:r>
            <a:r>
              <a:rPr lang="en-GB" sz="2400">
                <a:latin typeface="Helvetica"/>
                <a:cs typeface="Helvetica"/>
              </a:rPr>
              <a:t> namespace.</a:t>
            </a:r>
            <a:endParaRPr lang="en-GB" sz="2400"/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cs typeface="Helvetica"/>
              </a:rPr>
              <a:t>Most collection classes implement the same interfaces, and these interfaces may be inherited to create new collection classes that fit more specialized data storage needs.</a:t>
            </a:r>
          </a:p>
          <a:p>
            <a:pPr marL="514350" indent="-514350">
              <a:buFont typeface="Wingdings" panose="020B0604020202020204" pitchFamily="34" charset="0"/>
              <a:buChar char="Ø"/>
            </a:pPr>
            <a:endParaRPr lang="en-GB" sz="2700">
              <a:latin typeface="Helvetica"/>
              <a:cs typeface="Helvetica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94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5E95-0948-99AA-2191-28BD3E3A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01455"/>
            <a:ext cx="11101135" cy="947440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Problem with Arrays (Fixed Size):</a:t>
            </a:r>
            <a:endParaRPr lang="en-US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8B8DC-28F3-EE57-CE6F-3B1ACDE22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320463"/>
            <a:ext cx="11101136" cy="49882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Arrays have several limitations when compared to collections.</a:t>
            </a:r>
            <a:endParaRPr lang="en-US" sz="2400">
              <a:latin typeface="Helvetica"/>
              <a:cs typeface="Helvetica"/>
            </a:endParaRPr>
          </a:p>
          <a:p>
            <a:pPr marL="0" indent="0">
              <a:buNone/>
            </a:pPr>
            <a:r>
              <a:rPr lang="en-US" sz="2800" b="1">
                <a:latin typeface="Bell MT"/>
                <a:ea typeface="+mn-lt"/>
                <a:cs typeface="+mn-lt"/>
              </a:rPr>
              <a:t>Problems:</a:t>
            </a:r>
            <a:endParaRPr lang="en-US" sz="2800">
              <a:latin typeface="Bell MT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Array size is fixed once it is created.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Increasing size requires creating a new array and copying data.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Insertion and deletion operations are difficult because elements must be shifted.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Arrays have limited built-in functionality for data manipulation.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They are less flexible for handling changing data requirements.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4324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2266-DE50-55F2-060F-CC32045A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94194"/>
            <a:ext cx="11101135" cy="1102807"/>
          </a:xfrm>
        </p:spPr>
        <p:txBody>
          <a:bodyPr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Why Collections are Used in C#:</a:t>
            </a:r>
            <a:endParaRPr lang="en-US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F70A4-A4E0-0DA5-4E36-E99E1A3E5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496500"/>
            <a:ext cx="11101136" cy="48122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Collections are used to store and manage groups of data in a flexible and efficient way.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Collections allow dynamic resizing (can grow or shrink at runtime).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They provide built-in methods like Add(), Remove(), Contains(), Sort().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They improve performance through optimized data structures.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Generic collections provide type safety.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They are widely used in real-time applications such as managing student lists, product records, queues, and stacks.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endParaRPr lang="en-US" sz="240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23504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73053-16FB-731B-B753-EA3C2401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10179"/>
            <a:ext cx="11101135" cy="825724"/>
          </a:xfrm>
        </p:spPr>
        <p:txBody>
          <a:bodyPr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Simple Example For Array vs Collection:</a:t>
            </a:r>
            <a:endParaRPr lang="en-US" sz="4800"/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853074DB-C441-D129-853A-B6F972600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299" y="1691516"/>
            <a:ext cx="6096000" cy="1576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1A9107-7FDE-BD21-D2EC-D8C740AB7F93}"/>
              </a:ext>
            </a:extLst>
          </p:cNvPr>
          <p:cNvSpPr txBox="1"/>
          <p:nvPr/>
        </p:nvSpPr>
        <p:spPr>
          <a:xfrm>
            <a:off x="872612" y="1167580"/>
            <a:ext cx="374671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Bell MT"/>
              </a:rPr>
              <a:t>Array(Fixed Size):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10110-0BBA-E217-2119-A6BED3C56BAF}"/>
              </a:ext>
            </a:extLst>
          </p:cNvPr>
          <p:cNvSpPr txBox="1"/>
          <p:nvPr/>
        </p:nvSpPr>
        <p:spPr>
          <a:xfrm>
            <a:off x="872612" y="3551903"/>
            <a:ext cx="24457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latin typeface="Bell MT"/>
              </a:rPr>
              <a:t>Collection:</a:t>
            </a:r>
          </a:p>
        </p:txBody>
      </p:sp>
      <p:pic>
        <p:nvPicPr>
          <p:cNvPr id="9" name="Picture 8" descr="A black screen with white text and white emoticons&#10;&#10;AI-generated content may be incorrect.">
            <a:extLst>
              <a:ext uri="{FF2B5EF4-FFF2-40B4-BE49-F238E27FC236}">
                <a16:creationId xmlns:a16="http://schemas.microsoft.com/office/drawing/2014/main" id="{62439375-3DB3-5D1E-5273-E98282922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13" y="4076700"/>
            <a:ext cx="6194323" cy="183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5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0178-33AE-2E2D-FC01-F1D822AB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Bell MT"/>
                <a:cs typeface="Helvetica"/>
              </a:rPr>
              <a:t>Types of Collections:</a:t>
            </a:r>
            <a:endParaRPr lang="en-US">
              <a:latin typeface="Bell MT"/>
            </a:endParaRPr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3CFAE-3691-8ED9-F60B-5021F6854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742950" indent="-742950">
              <a:buAutoNum type="arabicPeriod"/>
            </a:pPr>
            <a:r>
              <a:rPr lang="en-GB" sz="4000">
                <a:latin typeface="Helvetica"/>
                <a:cs typeface="Helvetica"/>
              </a:rPr>
              <a:t>Generic collections</a:t>
            </a:r>
            <a:endParaRPr lang="en-GB" sz="4000"/>
          </a:p>
          <a:p>
            <a:pPr marL="742950" indent="-742950">
              <a:buAutoNum type="arabicPeriod"/>
            </a:pPr>
            <a:r>
              <a:rPr lang="en-GB" sz="4000">
                <a:latin typeface="Helvetica"/>
                <a:cs typeface="Helvetica"/>
              </a:rPr>
              <a:t>Non-Generic collections</a:t>
            </a:r>
            <a:endParaRPr lang="en-GB" sz="4000"/>
          </a:p>
          <a:p>
            <a:pPr marL="742950" indent="-742950">
              <a:buAutoNum type="arabicPeriod"/>
            </a:pPr>
            <a:r>
              <a:rPr lang="en-GB" sz="4000">
                <a:latin typeface="Helvetica"/>
                <a:cs typeface="Helvetica"/>
              </a:rPr>
              <a:t>Specialized collections</a:t>
            </a:r>
            <a:endParaRPr lang="en-GB" sz="4000"/>
          </a:p>
          <a:p>
            <a:pPr marL="269875" indent="-269875">
              <a:buAutoNum type="arabicPeriod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69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F6D57-DEE5-54C6-0387-F113743F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854157"/>
          </a:xfrm>
        </p:spPr>
        <p:txBody>
          <a:bodyPr>
            <a:normAutofit/>
          </a:bodyPr>
          <a:lstStyle/>
          <a:p>
            <a:r>
              <a:rPr lang="en-US" sz="4400"/>
              <a:t>Generic vs Non-Generic vs Specialized 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96BB7B-E6A1-B6FD-8F7D-0B912C1ECF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5835423"/>
              </p:ext>
            </p:extLst>
          </p:nvPr>
        </p:nvGraphicFramePr>
        <p:xfrm>
          <a:off x="540223" y="1359089"/>
          <a:ext cx="11101367" cy="491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787">
                  <a:extLst>
                    <a:ext uri="{9D8B030D-6E8A-4147-A177-3AD203B41FA5}">
                      <a16:colId xmlns:a16="http://schemas.microsoft.com/office/drawing/2014/main" val="1046547076"/>
                    </a:ext>
                  </a:extLst>
                </a:gridCol>
                <a:gridCol w="3140361">
                  <a:extLst>
                    <a:ext uri="{9D8B030D-6E8A-4147-A177-3AD203B41FA5}">
                      <a16:colId xmlns:a16="http://schemas.microsoft.com/office/drawing/2014/main" val="1590925662"/>
                    </a:ext>
                  </a:extLst>
                </a:gridCol>
                <a:gridCol w="2463026">
                  <a:extLst>
                    <a:ext uri="{9D8B030D-6E8A-4147-A177-3AD203B41FA5}">
                      <a16:colId xmlns:a16="http://schemas.microsoft.com/office/drawing/2014/main" val="2266644258"/>
                    </a:ext>
                  </a:extLst>
                </a:gridCol>
                <a:gridCol w="3435193">
                  <a:extLst>
                    <a:ext uri="{9D8B030D-6E8A-4147-A177-3AD203B41FA5}">
                      <a16:colId xmlns:a16="http://schemas.microsoft.com/office/drawing/2014/main" val="2439334435"/>
                    </a:ext>
                  </a:extLst>
                </a:gridCol>
              </a:tblGrid>
              <a:tr h="70163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Helvetica"/>
                          <a:cs typeface="Helvetica"/>
                        </a:rPr>
                        <a:t>   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latin typeface="Helvetica"/>
                          <a:cs typeface="Helvetica"/>
                        </a:rPr>
                        <a:t>  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latin typeface="Helvetica"/>
                          <a:cs typeface="Helvetica"/>
                        </a:rPr>
                        <a:t>            Generic</a:t>
                      </a:r>
                      <a:endParaRPr lang="en-US" sz="2000" b="1">
                        <a:latin typeface="Helvetica"/>
                        <a:cs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latin typeface="Helvetica"/>
                          <a:cs typeface="Helvetica"/>
                        </a:rPr>
                        <a:t>      Non-Generic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Helvetica"/>
                          <a:cs typeface="Helvetica"/>
                        </a:rPr>
                        <a:t>           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latin typeface="Helvetica"/>
                          <a:cs typeface="Helvetica"/>
                        </a:rPr>
                        <a:t>Specialized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647946"/>
                  </a:ext>
                </a:extLst>
              </a:tr>
              <a:tr h="7016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Namespace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System.Collections.Generic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System.Collections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System.Collections.Specialized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05481"/>
                  </a:ext>
                </a:extLst>
              </a:tr>
              <a:tr h="7016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Type Safety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Yes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No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Limited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41415"/>
                  </a:ext>
                </a:extLst>
              </a:tr>
              <a:tr h="7016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Performance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Fast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Slow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Limited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434265"/>
                  </a:ext>
                </a:extLst>
              </a:tr>
              <a:tr h="7016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Casting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Not Required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Required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Sometimes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43894"/>
                  </a:ext>
                </a:extLst>
              </a:tr>
              <a:tr h="7016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Usage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Modern / Recommended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Old / Legacy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Specific Purpose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136993"/>
                  </a:ext>
                </a:extLst>
              </a:tr>
              <a:tr h="7016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Examples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List&lt;T&gt;, Dictionary&lt;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TKey,TValue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&gt;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ArrayList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,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Hashtable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StringCollection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,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NameValueCollection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570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23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D11E1-65FD-2A0A-5090-3BD09190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88" y="517254"/>
            <a:ext cx="11101135" cy="1809500"/>
          </a:xfrm>
        </p:spPr>
        <p:txBody>
          <a:bodyPr/>
          <a:lstStyle/>
          <a:p>
            <a:r>
              <a:rPr lang="en-GB">
                <a:latin typeface="Bell MT"/>
                <a:cs typeface="Helvetica"/>
              </a:rPr>
              <a:t>Generic collections:</a:t>
            </a:r>
            <a:endParaRPr lang="en-US">
              <a:latin typeface="Bell MT"/>
            </a:endParaRPr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72A0-AE35-AFD3-EEF2-5399F1F47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01" y="1576387"/>
            <a:ext cx="11107595" cy="497354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 b="1">
                <a:latin typeface="Helvetica"/>
                <a:ea typeface="+mn-lt"/>
                <a:cs typeface="Helvetica"/>
              </a:rPr>
              <a:t>Generic Collections</a:t>
            </a:r>
            <a:r>
              <a:rPr lang="en-GB" sz="2400">
                <a:latin typeface="Helvetica"/>
                <a:ea typeface="+mn-lt"/>
                <a:cs typeface="Helvetica"/>
              </a:rPr>
              <a:t> are collections that store </a:t>
            </a:r>
            <a:r>
              <a:rPr lang="en-GB" sz="2400" b="1">
                <a:latin typeface="Helvetica"/>
                <a:ea typeface="+mn-lt"/>
                <a:cs typeface="Helvetica"/>
              </a:rPr>
              <a:t>data of a specific data type (type-safe).</a:t>
            </a:r>
            <a:endParaRPr lang="en-GB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ea typeface="+mn-lt"/>
                <a:cs typeface="Helvetica"/>
              </a:rPr>
              <a:t>They use </a:t>
            </a:r>
            <a:r>
              <a:rPr lang="en-GB" sz="2400" b="1">
                <a:latin typeface="Helvetica"/>
                <a:ea typeface="+mn-lt"/>
                <a:cs typeface="Helvetica"/>
              </a:rPr>
              <a:t>type parameter </a:t>
            </a:r>
            <a:r>
              <a:rPr lang="en-GB" sz="2400" b="1">
                <a:latin typeface="Helvetica"/>
                <a:cs typeface="Helvetica"/>
              </a:rPr>
              <a:t>&lt;T&gt;</a:t>
            </a:r>
          </a:p>
          <a:p>
            <a:pPr marL="0" indent="0">
              <a:buNone/>
            </a:pPr>
            <a:r>
              <a:rPr lang="en-GB" sz="2800" b="1">
                <a:latin typeface="Bell MT"/>
                <a:ea typeface="+mn-lt"/>
                <a:cs typeface="+mn-lt"/>
              </a:rPr>
              <a:t>This means:</a:t>
            </a:r>
            <a:endParaRPr lang="en-GB" sz="2800" b="1">
              <a:latin typeface="Bell MT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ea typeface="+mn-lt"/>
                <a:cs typeface="Helvetica"/>
              </a:rPr>
              <a:t>Only one type of data can be stored</a:t>
            </a:r>
            <a:endParaRPr lang="en-GB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ea typeface="+mn-lt"/>
                <a:cs typeface="Helvetica"/>
              </a:rPr>
              <a:t>Errors are checked at </a:t>
            </a:r>
            <a:r>
              <a:rPr lang="en-GB" sz="2400" b="1">
                <a:latin typeface="Helvetica"/>
                <a:ea typeface="+mn-lt"/>
                <a:cs typeface="Helvetica"/>
              </a:rPr>
              <a:t>compile time</a:t>
            </a:r>
            <a:endParaRPr lang="en-GB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ea typeface="+mn-lt"/>
                <a:cs typeface="Helvetica"/>
              </a:rPr>
              <a:t>No boxing / unboxing</a:t>
            </a:r>
            <a:endParaRPr lang="en-GB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ea typeface="+mn-lt"/>
                <a:cs typeface="Helvetica"/>
              </a:rPr>
              <a:t>Better performance</a:t>
            </a:r>
            <a:endParaRPr lang="en-GB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endParaRPr lang="en-GB" sz="2400" b="1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4993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A870-713F-9828-473B-3C3C77B7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D6C9CF-DFF0-F505-4BFC-29188A64BE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270" y="265635"/>
            <a:ext cx="11750208" cy="637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9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1988-4470-6639-1245-AE5329BF9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504046" cy="1115739"/>
          </a:xfrm>
        </p:spPr>
        <p:txBody>
          <a:bodyPr/>
          <a:lstStyle/>
          <a:p>
            <a:r>
              <a:rPr lang="en-GB">
                <a:solidFill>
                  <a:srgbClr val="FFFFFF"/>
                </a:solidFill>
              </a:rPr>
              <a:t>Generic Collection Interfaces: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A302E0-E785-DE53-04A5-626E7FAE9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401" y="1977290"/>
            <a:ext cx="11248439" cy="404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66819-3312-C346-9A07-5FE95E68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14" y="363717"/>
            <a:ext cx="11106821" cy="996321"/>
          </a:xfrm>
        </p:spPr>
        <p:txBody>
          <a:bodyPr/>
          <a:lstStyle/>
          <a:p>
            <a:r>
              <a:rPr lang="en-GB">
                <a:latin typeface="Bell MT"/>
                <a:cs typeface="Helvetica"/>
              </a:rPr>
              <a:t>Dictionary Generic </a:t>
            </a:r>
            <a:r>
              <a:rPr lang="en-GB" err="1">
                <a:latin typeface="Bell MT"/>
                <a:cs typeface="Helvetica"/>
              </a:rPr>
              <a:t>Collectio</a:t>
            </a:r>
            <a:r>
              <a:rPr lang="en-GB">
                <a:latin typeface="Bell MT"/>
                <a:cs typeface="Helvetica"/>
              </a:rPr>
              <a:t>n:</a:t>
            </a:r>
            <a:endParaRPr lang="en-US">
              <a:latin typeface="Bell MT"/>
            </a:endParaRPr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41EE9-4B61-41A1-15DE-DDE1B1C65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031" y="1465500"/>
            <a:ext cx="11568811" cy="51050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ea typeface="+mn-lt"/>
                <a:cs typeface="Helvetica"/>
              </a:rPr>
              <a:t>A </a:t>
            </a:r>
            <a:r>
              <a:rPr lang="en-GB" sz="2400" b="1">
                <a:latin typeface="Helvetica"/>
                <a:ea typeface="+mn-lt"/>
                <a:cs typeface="Helvetica"/>
              </a:rPr>
              <a:t>Dictionary&lt;</a:t>
            </a:r>
            <a:r>
              <a:rPr lang="en-GB" sz="2400" b="1" err="1">
                <a:latin typeface="Helvetica"/>
                <a:ea typeface="+mn-lt"/>
                <a:cs typeface="Helvetica"/>
              </a:rPr>
              <a:t>TKey</a:t>
            </a:r>
            <a:r>
              <a:rPr lang="en-GB" sz="2400" b="1">
                <a:latin typeface="Helvetica"/>
                <a:ea typeface="+mn-lt"/>
                <a:cs typeface="Helvetica"/>
              </a:rPr>
              <a:t>, TValue&gt;</a:t>
            </a:r>
            <a:r>
              <a:rPr lang="en-GB" sz="2400">
                <a:latin typeface="Helvetica"/>
                <a:ea typeface="+mn-lt"/>
                <a:cs typeface="Helvetica"/>
              </a:rPr>
              <a:t> is a </a:t>
            </a:r>
            <a:r>
              <a:rPr lang="en-GB" sz="2400" b="1">
                <a:latin typeface="Helvetica"/>
                <a:ea typeface="+mn-lt"/>
                <a:cs typeface="Helvetica"/>
              </a:rPr>
              <a:t>generic collection</a:t>
            </a:r>
            <a:r>
              <a:rPr lang="en-GB" sz="2400">
                <a:latin typeface="Helvetica"/>
                <a:ea typeface="+mn-lt"/>
                <a:cs typeface="Helvetica"/>
              </a:rPr>
              <a:t> that stores data in </a:t>
            </a:r>
            <a:r>
              <a:rPr lang="en-GB" sz="2400" b="1">
                <a:latin typeface="Helvetica"/>
                <a:ea typeface="+mn-lt"/>
                <a:cs typeface="Helvetica"/>
              </a:rPr>
              <a:t>Key–Value pairs</a:t>
            </a:r>
            <a:r>
              <a:rPr lang="en-GB" sz="2400">
                <a:latin typeface="Helvetica"/>
                <a:ea typeface="+mn-lt"/>
                <a:cs typeface="Helvetica"/>
              </a:rPr>
              <a:t>.</a:t>
            </a:r>
            <a:endParaRPr lang="en-GB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cs typeface="Helvetica"/>
              </a:rPr>
              <a:t>Fast lookups are critical. The Dictionary type provides fast lookups with keys to get values.</a:t>
            </a:r>
            <a:endParaRPr lang="en-US" sz="2400"/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cs typeface="Helvetica"/>
              </a:rPr>
              <a:t>With it we use keys and values of any type, including int's and strings.</a:t>
            </a:r>
            <a:endParaRPr lang="en-GB" sz="2400"/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ea typeface="+mn-lt"/>
                <a:cs typeface="Helvetica"/>
              </a:rPr>
              <a:t>Each key must be </a:t>
            </a:r>
            <a:r>
              <a:rPr lang="en-GB" sz="2400" b="1">
                <a:latin typeface="Helvetica"/>
                <a:ea typeface="+mn-lt"/>
                <a:cs typeface="Helvetica"/>
              </a:rPr>
              <a:t>unique</a:t>
            </a:r>
            <a:endParaRPr lang="en-GB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ea typeface="+mn-lt"/>
                <a:cs typeface="Helvetica"/>
              </a:rPr>
              <a:t>Values can be </a:t>
            </a:r>
            <a:r>
              <a:rPr lang="en-GB" sz="2400" b="1">
                <a:latin typeface="Helvetica"/>
                <a:ea typeface="+mn-lt"/>
                <a:cs typeface="Helvetica"/>
              </a:rPr>
              <a:t>duplicate</a:t>
            </a:r>
            <a:endParaRPr lang="en-GB" sz="2400" b="1">
              <a:latin typeface="Helvetica"/>
              <a:cs typeface="Helvetica"/>
            </a:endParaRPr>
          </a:p>
          <a:p>
            <a:pPr marL="0" indent="0">
              <a:buNone/>
            </a:pPr>
            <a:r>
              <a:rPr lang="en-GB" sz="2800" b="1">
                <a:ea typeface="+mn-lt"/>
                <a:cs typeface="+mn-lt"/>
              </a:rPr>
              <a:t>Namespace: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GB" sz="2400">
                <a:latin typeface="Helvetica"/>
                <a:ea typeface="+mn-lt"/>
                <a:cs typeface="Helvetica"/>
              </a:rPr>
              <a:t>using </a:t>
            </a:r>
            <a:r>
              <a:rPr lang="en-GB" sz="2400" err="1">
                <a:latin typeface="Helvetica"/>
                <a:ea typeface="+mn-lt"/>
                <a:cs typeface="Helvetica"/>
              </a:rPr>
              <a:t>System.Collections.Generic</a:t>
            </a:r>
            <a:r>
              <a:rPr lang="en-GB" sz="2400">
                <a:latin typeface="Helvetica"/>
                <a:ea typeface="+mn-lt"/>
                <a:cs typeface="Helvetica"/>
              </a:rPr>
              <a:t>;</a:t>
            </a:r>
            <a:endParaRPr lang="en-GB" sz="2400" b="1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7772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A51E8-E6F6-1E77-B7F5-BADDF588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855" y="183581"/>
            <a:ext cx="11101135" cy="900017"/>
          </a:xfrm>
        </p:spPr>
        <p:txBody>
          <a:bodyPr>
            <a:normAutofit/>
          </a:bodyPr>
          <a:lstStyle/>
          <a:p>
            <a:r>
              <a:rPr lang="en-US" sz="4400"/>
              <a:t>Important Methods In Dictionary: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35C11D-F90B-298E-1EC4-D90C1BA7A7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1611115"/>
              </p:ext>
            </p:extLst>
          </p:nvPr>
        </p:nvGraphicFramePr>
        <p:xfrm>
          <a:off x="534629" y="946354"/>
          <a:ext cx="11101388" cy="3755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0694">
                  <a:extLst>
                    <a:ext uri="{9D8B030D-6E8A-4147-A177-3AD203B41FA5}">
                      <a16:colId xmlns:a16="http://schemas.microsoft.com/office/drawing/2014/main" val="2229047626"/>
                    </a:ext>
                  </a:extLst>
                </a:gridCol>
                <a:gridCol w="5550694">
                  <a:extLst>
                    <a:ext uri="{9D8B030D-6E8A-4147-A177-3AD203B41FA5}">
                      <a16:colId xmlns:a16="http://schemas.microsoft.com/office/drawing/2014/main" val="1591256934"/>
                    </a:ext>
                  </a:extLst>
                </a:gridCol>
              </a:tblGrid>
              <a:tr h="66367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                                      Method</a:t>
                      </a:r>
                      <a:endParaRPr lang="en-US" b="1"/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                 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167947"/>
                  </a:ext>
                </a:extLst>
              </a:tr>
              <a:tr h="5101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Add()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Adds new key-value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464825"/>
                  </a:ext>
                </a:extLst>
              </a:tr>
              <a:tr h="5101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Removes element using key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654841"/>
                  </a:ext>
                </a:extLst>
              </a:tr>
              <a:tr h="5101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ContainsKey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Checks key exists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233618"/>
                  </a:ext>
                </a:extLst>
              </a:tr>
              <a:tr h="5101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ContainsValue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Checks value exists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982562"/>
                  </a:ext>
                </a:extLst>
              </a:tr>
              <a:tr h="5101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Clear()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Removes all elements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603633"/>
                  </a:ext>
                </a:extLst>
              </a:tr>
              <a:tr h="5407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Count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Total elements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6760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94AD45E-F6F2-7CE6-89E1-B7F28D4F805C}"/>
              </a:ext>
            </a:extLst>
          </p:cNvPr>
          <p:cNvSpPr txBox="1"/>
          <p:nvPr/>
        </p:nvSpPr>
        <p:spPr>
          <a:xfrm>
            <a:off x="534629" y="4860822"/>
            <a:ext cx="498372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Bell MT"/>
                <a:cs typeface="Helvetica"/>
              </a:rPr>
              <a:t>For Iterating Dictionary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F36563-D6F8-2197-2D16-53FD88F58AA2}"/>
              </a:ext>
            </a:extLst>
          </p:cNvPr>
          <p:cNvSpPr txBox="1"/>
          <p:nvPr/>
        </p:nvSpPr>
        <p:spPr>
          <a:xfrm>
            <a:off x="534629" y="5383161"/>
            <a:ext cx="682112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foreach (</a:t>
            </a:r>
            <a:r>
              <a:rPr lang="en-US" err="1">
                <a:ea typeface="+mn-lt"/>
                <a:cs typeface="+mn-lt"/>
              </a:rPr>
              <a:t>KeyValuePair</a:t>
            </a:r>
            <a:r>
              <a:rPr lang="en-US">
                <a:ea typeface="+mn-lt"/>
                <a:cs typeface="+mn-lt"/>
              </a:rPr>
              <a:t>&lt;int, string&gt; pair in students)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{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r>
              <a:rPr lang="en-US" err="1">
                <a:ea typeface="+mn-lt"/>
                <a:cs typeface="+mn-lt"/>
              </a:rPr>
              <a:t>Console.WriteLine</a:t>
            </a:r>
            <a:r>
              <a:rPr lang="en-US">
                <a:ea typeface="+mn-lt"/>
                <a:cs typeface="+mn-lt"/>
              </a:rPr>
              <a:t>(</a:t>
            </a:r>
            <a:r>
              <a:rPr lang="en-US" err="1">
                <a:ea typeface="+mn-lt"/>
                <a:cs typeface="+mn-lt"/>
              </a:rPr>
              <a:t>pair.Key</a:t>
            </a:r>
            <a:r>
              <a:rPr lang="en-US">
                <a:ea typeface="+mn-lt"/>
                <a:cs typeface="+mn-lt"/>
              </a:rPr>
              <a:t> + " " + </a:t>
            </a:r>
            <a:r>
              <a:rPr lang="en-US" err="1">
                <a:ea typeface="+mn-lt"/>
                <a:cs typeface="+mn-lt"/>
              </a:rPr>
              <a:t>pair.Value</a:t>
            </a:r>
            <a:r>
              <a:rPr lang="en-US">
                <a:ea typeface="+mn-lt"/>
                <a:cs typeface="+mn-lt"/>
              </a:rPr>
              <a:t>);</a:t>
            </a:r>
            <a:endParaRPr lang="en-US"/>
          </a:p>
          <a:p>
            <a:pPr algn="l"/>
            <a:r>
              <a:rPr lang="en-US">
                <a:ea typeface="+mn-lt"/>
                <a:cs typeface="+mn-lt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E7C2-1CFB-BDB4-B716-1C89311C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06851"/>
            <a:ext cx="11112508" cy="129202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400">
                <a:latin typeface="Bell MT"/>
                <a:cs typeface="Helvetica"/>
              </a:rPr>
              <a:t>A simple code example of Dictionary Generic </a:t>
            </a:r>
            <a:br>
              <a:rPr lang="en-US" sz="4400">
                <a:latin typeface="Bell MT"/>
                <a:cs typeface="Helvetica"/>
              </a:rPr>
            </a:br>
            <a:r>
              <a:rPr lang="en-US" sz="4400">
                <a:latin typeface="Bell MT"/>
                <a:cs typeface="Helvetica"/>
              </a:rPr>
              <a:t>Class :</a:t>
            </a:r>
            <a:endParaRPr lang="en-US" sz="4400">
              <a:latin typeface="Bell MT"/>
            </a:endParaRPr>
          </a:p>
          <a:p>
            <a:endParaRPr lang="en-US" sz="4400"/>
          </a:p>
        </p:txBody>
      </p:sp>
      <p:pic>
        <p:nvPicPr>
          <p:cNvPr id="4" name="Content Placeholder 3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748DC52B-B346-F7F0-8F2D-E4FDB5AB9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862" y="1838716"/>
            <a:ext cx="7666254" cy="4428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F2C3E6-DC5E-4567-884A-B0C81F8B44E5}"/>
              </a:ext>
            </a:extLst>
          </p:cNvPr>
          <p:cNvSpPr txBox="1"/>
          <p:nvPr/>
        </p:nvSpPr>
        <p:spPr>
          <a:xfrm>
            <a:off x="8529980" y="1610156"/>
            <a:ext cx="12560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latin typeface="Helvetica"/>
                <a:cs typeface="Helvetica"/>
              </a:rPr>
              <a:t>Output</a:t>
            </a:r>
            <a:r>
              <a:rPr lang="en-US" b="1"/>
              <a:t>:</a:t>
            </a: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59DE1-627A-38D2-355C-B3BD32414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757" y="2191598"/>
            <a:ext cx="2242319" cy="110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63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0F63-5EC4-F900-D7C1-5D37D48C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63468"/>
            <a:ext cx="10439196" cy="927950"/>
          </a:xfrm>
        </p:spPr>
        <p:txBody>
          <a:bodyPr/>
          <a:lstStyle/>
          <a:p>
            <a:r>
              <a:rPr lang="en-US">
                <a:latin typeface="Bell MT"/>
                <a:cs typeface="Helvetica"/>
              </a:rPr>
              <a:t>List Generic Class:</a:t>
            </a:r>
            <a:endParaRPr lang="en-US">
              <a:latin typeface="Bell MT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EF6FE-EB93-212F-7788-EA3DCBF25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77014"/>
            <a:ext cx="11101136" cy="52010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cs typeface="Helvetica"/>
              </a:rPr>
              <a:t>List&lt;T&gt;</a:t>
            </a:r>
            <a:r>
              <a:rPr lang="en-US" sz="2400">
                <a:latin typeface="Helvetica"/>
                <a:ea typeface="+mn-lt"/>
                <a:cs typeface="Helvetica"/>
              </a:rPr>
              <a:t> is a </a:t>
            </a:r>
            <a:r>
              <a:rPr lang="en-US" sz="2400" b="1">
                <a:latin typeface="Helvetica"/>
                <a:ea typeface="+mn-lt"/>
                <a:cs typeface="Helvetica"/>
              </a:rPr>
              <a:t>generic collection</a:t>
            </a:r>
            <a:r>
              <a:rPr lang="en-US" sz="2400">
                <a:latin typeface="Helvetica"/>
                <a:ea typeface="+mn-lt"/>
                <a:cs typeface="Helvetica"/>
              </a:rPr>
              <a:t> used to store </a:t>
            </a:r>
            <a:r>
              <a:rPr lang="en-US" sz="2400" b="1">
                <a:latin typeface="Helvetica"/>
                <a:ea typeface="+mn-lt"/>
                <a:cs typeface="Helvetica"/>
              </a:rPr>
              <a:t>multiple values of same data type</a:t>
            </a:r>
            <a:r>
              <a:rPr lang="en-US" sz="2400">
                <a:latin typeface="Helvetica"/>
                <a:ea typeface="+mn-lt"/>
                <a:cs typeface="Helvetica"/>
              </a:rPr>
              <a:t>.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It is </a:t>
            </a:r>
            <a:r>
              <a:rPr lang="en-US" sz="2400" b="1">
                <a:latin typeface="Helvetica"/>
                <a:ea typeface="+mn-lt"/>
                <a:cs typeface="Helvetica"/>
              </a:rPr>
              <a:t>dynamic (resizable)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Provides </a:t>
            </a:r>
            <a:r>
              <a:rPr lang="en-US" sz="2400" b="1">
                <a:latin typeface="Helvetica"/>
                <a:ea typeface="+mn-lt"/>
                <a:cs typeface="Helvetica"/>
              </a:rPr>
              <a:t>index-based access (like arrays)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Provides many built-in methods</a:t>
            </a:r>
          </a:p>
          <a:p>
            <a:pPr marL="0" indent="0">
              <a:buNone/>
            </a:pPr>
            <a:r>
              <a:rPr lang="en-US" sz="3200" b="1" err="1">
                <a:latin typeface="Bell MT"/>
                <a:cs typeface="Helvetica"/>
              </a:rPr>
              <a:t>Namesp</a:t>
            </a:r>
            <a:r>
              <a:rPr lang="en-US" sz="3200" b="1">
                <a:latin typeface="Bell MT"/>
                <a:cs typeface="Helvetica"/>
              </a:rPr>
              <a:t>ace: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800">
                <a:latin typeface="Helvetica"/>
                <a:ea typeface="+mn-lt"/>
                <a:cs typeface="Helvetica"/>
              </a:rPr>
              <a:t>using </a:t>
            </a:r>
            <a:r>
              <a:rPr lang="en-US" sz="2800" err="1">
                <a:latin typeface="Helvetica"/>
                <a:ea typeface="+mn-lt"/>
                <a:cs typeface="Helvetica"/>
              </a:rPr>
              <a:t>System.Collections.Generic</a:t>
            </a:r>
            <a:r>
              <a:rPr lang="en-US" sz="2800">
                <a:latin typeface="Helvetica"/>
                <a:ea typeface="+mn-lt"/>
                <a:cs typeface="Helvetica"/>
              </a:rPr>
              <a:t>;</a:t>
            </a:r>
            <a:endParaRPr lang="en-US" sz="280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252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7D15-C6F4-133F-F7A9-E0CD27F4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103" y="20685"/>
            <a:ext cx="3927561" cy="501016"/>
          </a:xfrm>
        </p:spPr>
        <p:txBody>
          <a:bodyPr>
            <a:normAutofit/>
          </a:bodyPr>
          <a:lstStyle/>
          <a:p>
            <a:r>
              <a:rPr lang="en-US" sz="2800"/>
              <a:t>C# List Methods Table: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388AF46-8DDB-BB0E-F2CB-1B0B0CF55A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5038057"/>
              </p:ext>
            </p:extLst>
          </p:nvPr>
        </p:nvGraphicFramePr>
        <p:xfrm>
          <a:off x="130848" y="521785"/>
          <a:ext cx="11932656" cy="6233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1575">
                  <a:extLst>
                    <a:ext uri="{9D8B030D-6E8A-4147-A177-3AD203B41FA5}">
                      <a16:colId xmlns:a16="http://schemas.microsoft.com/office/drawing/2014/main" val="3967997601"/>
                    </a:ext>
                  </a:extLst>
                </a:gridCol>
                <a:gridCol w="4325697">
                  <a:extLst>
                    <a:ext uri="{9D8B030D-6E8A-4147-A177-3AD203B41FA5}">
                      <a16:colId xmlns:a16="http://schemas.microsoft.com/office/drawing/2014/main" val="2314309915"/>
                    </a:ext>
                  </a:extLst>
                </a:gridCol>
                <a:gridCol w="2979902">
                  <a:extLst>
                    <a:ext uri="{9D8B030D-6E8A-4147-A177-3AD203B41FA5}">
                      <a16:colId xmlns:a16="http://schemas.microsoft.com/office/drawing/2014/main" val="4207880734"/>
                    </a:ext>
                  </a:extLst>
                </a:gridCol>
                <a:gridCol w="2025482">
                  <a:extLst>
                    <a:ext uri="{9D8B030D-6E8A-4147-A177-3AD203B41FA5}">
                      <a16:colId xmlns:a16="http://schemas.microsoft.com/office/drawing/2014/main" val="3352514373"/>
                    </a:ext>
                  </a:extLst>
                </a:gridCol>
              </a:tblGrid>
              <a:tr h="468941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    Method/Property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       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Purpose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      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Example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 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0784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Add(item)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Add single Item at the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List.Add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(10)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[10]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096005"/>
                  </a:ext>
                </a:extLst>
              </a:tr>
              <a:tr h="64654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rgbClr val="000000"/>
                          </a:solidFill>
                          <a:latin typeface="Avenir Next LT Pro"/>
                          <a:cs typeface="Angsana New"/>
                        </a:rPr>
                        <a:t>AddRange</a:t>
                      </a:r>
                      <a:r>
                        <a:rPr lang="en-US">
                          <a:solidFill>
                            <a:srgbClr val="000000"/>
                          </a:solidFill>
                          <a:latin typeface="Avenir Next LT Pro"/>
                          <a:cs typeface="Angsana New"/>
                        </a:rPr>
                        <a:t>(Collection)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Adds multiple elements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List.AddRange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(new int[]{20,30})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[10,20,30]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456384"/>
                  </a:ext>
                </a:extLst>
              </a:tr>
              <a:tr h="468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Insert(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index,item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Insert at specific position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List.Insert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(1,15)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[10,15,20,30]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430335"/>
                  </a:ext>
                </a:extLst>
              </a:tr>
              <a:tr h="468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Remove(item)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Removes first matching value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List.Remove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(20)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CBE7EB"/>
                          </a:highlight>
                          <a:latin typeface="Avenir Next LT Pro"/>
                        </a:rPr>
                        <a:t>[10,15,30]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202160"/>
                  </a:ext>
                </a:extLst>
              </a:tr>
              <a:tr h="468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RemoveAt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(index)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Removes element by index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L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ist.RemoveAt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(1)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[10,30]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224448"/>
                  </a:ext>
                </a:extLst>
              </a:tr>
              <a:tr h="468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RemoveAll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(condition)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Removes elements based on condition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List.RemoveAll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(x=&gt;x&gt;10)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[10]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617376"/>
                  </a:ext>
                </a:extLst>
              </a:tr>
              <a:tr h="468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Clear()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Removes all elements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List.Clear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[]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041462"/>
                  </a:ext>
                </a:extLst>
              </a:tr>
              <a:tr h="468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Contains(item)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Checks if element exists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List.Contains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(10)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true / false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999497"/>
                  </a:ext>
                </a:extLst>
              </a:tr>
              <a:tr h="468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IndexOf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(item)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Returns index of element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List.IndexOf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(30)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553609"/>
                  </a:ext>
                </a:extLst>
              </a:tr>
              <a:tr h="468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Sort()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Sorts elements ascending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List.Sort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[10,30]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43769"/>
                  </a:ext>
                </a:extLst>
              </a:tr>
              <a:tr h="468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Count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Returns number of elements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List.Count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224192"/>
                  </a:ext>
                </a:extLst>
              </a:tr>
              <a:tr h="468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List[index]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Access element by index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List[0]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649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06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86AAB-282B-4B0A-764E-067ACC98B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18774"/>
            <a:ext cx="11101135" cy="1194984"/>
          </a:xfrm>
        </p:spPr>
        <p:txBody>
          <a:bodyPr>
            <a:normAutofit fontScale="90000"/>
          </a:bodyPr>
          <a:lstStyle/>
          <a:p>
            <a:r>
              <a:rPr lang="en-US" sz="4400"/>
              <a:t>A Sample Code For List Generic </a:t>
            </a:r>
            <a:br>
              <a:rPr lang="en-US" sz="4400"/>
            </a:br>
            <a:r>
              <a:rPr lang="en-US" sz="4400"/>
              <a:t>Class:</a:t>
            </a: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EDCBED0-BFA0-ACFB-1B9B-C5313D623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586" y="1627493"/>
            <a:ext cx="6889111" cy="4946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AA7495-D523-6242-A445-9AF3B26FB1A8}"/>
              </a:ext>
            </a:extLst>
          </p:cNvPr>
          <p:cNvSpPr txBox="1"/>
          <p:nvPr/>
        </p:nvSpPr>
        <p:spPr>
          <a:xfrm>
            <a:off x="7644580" y="1634613"/>
            <a:ext cx="27530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/>
              <a:t>Output:</a:t>
            </a:r>
          </a:p>
        </p:txBody>
      </p:sp>
      <p:pic>
        <p:nvPicPr>
          <p:cNvPr id="7" name="Picture 6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E747A96F-3634-58B9-A292-8920901E2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262" y="1673946"/>
            <a:ext cx="1447222" cy="158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51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879D-DF10-2098-7AE0-D60F70A8D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939456"/>
          </a:xfrm>
        </p:spPr>
        <p:txBody>
          <a:bodyPr/>
          <a:lstStyle/>
          <a:p>
            <a:r>
              <a:rPr lang="en-US"/>
              <a:t>Stack Generic Class: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E2336-4C4D-C789-E83F-A443B4E18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84917"/>
            <a:ext cx="11101136" cy="4922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latin typeface="Helvetica"/>
                <a:ea typeface="+mn-lt"/>
                <a:cs typeface="Helvetica"/>
              </a:rPr>
              <a:t>A </a:t>
            </a:r>
            <a:r>
              <a:rPr lang="en-US" sz="2400" b="1">
                <a:latin typeface="Helvetica"/>
                <a:ea typeface="+mn-lt"/>
                <a:cs typeface="Helvetica"/>
              </a:rPr>
              <a:t>Stack</a:t>
            </a:r>
            <a:r>
              <a:rPr lang="en-US" sz="2400">
                <a:latin typeface="Helvetica"/>
                <a:ea typeface="+mn-lt"/>
                <a:cs typeface="Helvetica"/>
              </a:rPr>
              <a:t> is a collection that follows: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 b="1">
                <a:latin typeface="Helvetica"/>
                <a:ea typeface="+mn-lt"/>
                <a:cs typeface="Helvetica"/>
              </a:rPr>
              <a:t>LIFO Principle (Last In First Out)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The element added last will be removed first.</a:t>
            </a:r>
          </a:p>
          <a:p>
            <a:pPr marL="0" indent="0">
              <a:buNone/>
            </a:pPr>
            <a:r>
              <a:rPr lang="en-US" sz="2800" b="1">
                <a:latin typeface="Bell MT"/>
                <a:ea typeface="+mn-lt"/>
                <a:cs typeface="+mn-lt"/>
              </a:rPr>
              <a:t>Example real life: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Undo operation in editors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Stack of plates 🍽</a:t>
            </a:r>
          </a:p>
          <a:p>
            <a:pPr marL="0" indent="0">
              <a:buNone/>
            </a:pPr>
            <a:r>
              <a:rPr lang="en-US" sz="2800" b="1" err="1">
                <a:latin typeface="Bell MT"/>
                <a:cs typeface="Helvetica"/>
              </a:rPr>
              <a:t>NameSpace</a:t>
            </a:r>
            <a:r>
              <a:rPr lang="en-US" sz="2800" b="1">
                <a:latin typeface="Bell MT"/>
                <a:cs typeface="Helvetica"/>
              </a:rPr>
              <a:t>: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 err="1">
                <a:latin typeface="Helvetica"/>
                <a:ea typeface="+mn-lt"/>
                <a:cs typeface="Helvetica"/>
              </a:rPr>
              <a:t>System.Collections.Generic</a:t>
            </a:r>
            <a:endParaRPr lang="en-US" sz="2400" b="1" err="1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243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58B34-D61B-7EB3-3C1F-EE2DB3EE2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03523"/>
            <a:ext cx="11101135" cy="1030441"/>
          </a:xfrm>
        </p:spPr>
        <p:txBody>
          <a:bodyPr/>
          <a:lstStyle/>
          <a:p>
            <a:r>
              <a:rPr lang="en-US"/>
              <a:t>Stack Methods: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DE4D1D-698E-5CA3-AC3B-D016F5BCEE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4185626"/>
              </p:ext>
            </p:extLst>
          </p:nvPr>
        </p:nvGraphicFramePr>
        <p:xfrm>
          <a:off x="540223" y="1342029"/>
          <a:ext cx="11101386" cy="5183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0462">
                  <a:extLst>
                    <a:ext uri="{9D8B030D-6E8A-4147-A177-3AD203B41FA5}">
                      <a16:colId xmlns:a16="http://schemas.microsoft.com/office/drawing/2014/main" val="824339732"/>
                    </a:ext>
                  </a:extLst>
                </a:gridCol>
                <a:gridCol w="3700462">
                  <a:extLst>
                    <a:ext uri="{9D8B030D-6E8A-4147-A177-3AD203B41FA5}">
                      <a16:colId xmlns:a16="http://schemas.microsoft.com/office/drawing/2014/main" val="1236511665"/>
                    </a:ext>
                  </a:extLst>
                </a:gridCol>
                <a:gridCol w="3700462">
                  <a:extLst>
                    <a:ext uri="{9D8B030D-6E8A-4147-A177-3AD203B41FA5}">
                      <a16:colId xmlns:a16="http://schemas.microsoft.com/office/drawing/2014/main" val="1977610139"/>
                    </a:ext>
                  </a:extLst>
                </a:gridCol>
              </a:tblGrid>
              <a:tr h="740554">
                <a:tc>
                  <a:txBody>
                    <a:bodyPr/>
                    <a:lstStyle/>
                    <a:p>
                      <a:r>
                        <a:rPr lang="en-US"/>
                        <a:t>                   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latin typeface="Helvetica"/>
                          <a:cs typeface="Helvetica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          </a:t>
                      </a:r>
                      <a:r>
                        <a:rPr lang="en-US" sz="2000">
                          <a:solidFill>
                            <a:schemeClr val="bg1"/>
                          </a:solidFill>
                          <a:latin typeface="Helvetica"/>
                          <a:cs typeface="Helvetica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      </a:t>
                      </a:r>
                      <a:r>
                        <a:rPr lang="en-US" sz="2000" b="1">
                          <a:solidFill>
                            <a:schemeClr val="bg1"/>
                          </a:solidFill>
                          <a:latin typeface="Helvetica"/>
                          <a:cs typeface="Helvetica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064782"/>
                  </a:ext>
                </a:extLst>
              </a:tr>
              <a:tr h="7405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Push()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Add element to top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</a:rPr>
                        <a:t>stack.Push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(10)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853990"/>
                  </a:ext>
                </a:extLst>
              </a:tr>
              <a:tr h="7405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Pop()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 &amp; return top element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</a:rPr>
                        <a:t>stack.Pop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828929"/>
                  </a:ext>
                </a:extLst>
              </a:tr>
              <a:tr h="7405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Peek()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View top element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stack.Peek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684225"/>
                  </a:ext>
                </a:extLst>
              </a:tr>
              <a:tr h="7405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Contains()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Check element exists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stack.Contains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(20)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576357"/>
                  </a:ext>
                </a:extLst>
              </a:tr>
              <a:tr h="7405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Clear()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Remove all elements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stack.Clear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127296"/>
                  </a:ext>
                </a:extLst>
              </a:tr>
              <a:tr h="7405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Count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Number of elements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stack.Count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883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73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C28BA-E10F-05F5-C39E-589D0869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55672"/>
            <a:ext cx="11101135" cy="1064560"/>
          </a:xfrm>
        </p:spPr>
        <p:txBody>
          <a:bodyPr>
            <a:normAutofit fontScale="90000"/>
          </a:bodyPr>
          <a:lstStyle/>
          <a:p>
            <a:r>
              <a:rPr lang="en-US" sz="4000"/>
              <a:t>A Sample Code For Stack Generic </a:t>
            </a:r>
            <a:br>
              <a:rPr lang="en-US" sz="4000"/>
            </a:br>
            <a:r>
              <a:rPr lang="en-US" sz="4000"/>
              <a:t>Class:</a:t>
            </a:r>
            <a:endParaRPr lang="en-US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205BF8E-CD37-A4F8-1568-2C5DD6A32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333" y="1539869"/>
            <a:ext cx="7139241" cy="46689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1F1810-03B3-BCF6-D806-1E05008B292D}"/>
              </a:ext>
            </a:extLst>
          </p:cNvPr>
          <p:cNvSpPr txBox="1"/>
          <p:nvPr/>
        </p:nvSpPr>
        <p:spPr>
          <a:xfrm>
            <a:off x="8144510" y="793346"/>
            <a:ext cx="209357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latin typeface="Bell MT"/>
              </a:rPr>
              <a:t>Output:</a:t>
            </a:r>
          </a:p>
        </p:txBody>
      </p:sp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17A4EF3-1904-0FB3-D430-A6B0DC0F0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333" y="1540592"/>
            <a:ext cx="3371850" cy="1638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40DED1-7891-7E47-2ED7-35BEA090911B}"/>
              </a:ext>
            </a:extLst>
          </p:cNvPr>
          <p:cNvSpPr txBox="1"/>
          <p:nvPr/>
        </p:nvSpPr>
        <p:spPr>
          <a:xfrm>
            <a:off x="8093176" y="3429000"/>
            <a:ext cx="32692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Bell MT"/>
              </a:rPr>
              <a:t>Stack Visualization:</a:t>
            </a:r>
          </a:p>
        </p:txBody>
      </p:sp>
      <p:pic>
        <p:nvPicPr>
          <p:cNvPr id="11" name="Picture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4BD1B6F-5C02-524E-A6B4-5CDCB8780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488" y="4070556"/>
            <a:ext cx="3492296" cy="212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3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8A62-7939-F2AD-C6B2-6F5379B09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908955"/>
          </a:xfrm>
        </p:spPr>
        <p:txBody>
          <a:bodyPr>
            <a:normAutofit fontScale="90000"/>
          </a:bodyPr>
          <a:lstStyle/>
          <a:p>
            <a:r>
              <a:rPr lang="en-US"/>
              <a:t>Queue Generic Class: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3F42E-DCF5-977E-5CBD-53E2B849F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462087"/>
            <a:ext cx="11101136" cy="49990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latin typeface="Bell MT"/>
                <a:ea typeface="+mn-lt"/>
                <a:cs typeface="+mn-lt"/>
              </a:rPr>
              <a:t>A </a:t>
            </a:r>
            <a:r>
              <a:rPr lang="en-US" sz="2400" b="1">
                <a:latin typeface="Bell MT"/>
                <a:ea typeface="+mn-lt"/>
                <a:cs typeface="+mn-lt"/>
              </a:rPr>
              <a:t>Queue</a:t>
            </a:r>
            <a:r>
              <a:rPr lang="en-US" sz="2400">
                <a:latin typeface="Bell MT"/>
                <a:ea typeface="+mn-lt"/>
                <a:cs typeface="+mn-lt"/>
              </a:rPr>
              <a:t> follows:</a:t>
            </a:r>
            <a:endParaRPr lang="en-US"/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 b="1">
                <a:latin typeface="Helvetica"/>
                <a:ea typeface="+mn-lt"/>
                <a:cs typeface="Helvetica"/>
              </a:rPr>
              <a:t>FIFO Principle (First In First Out)</a:t>
            </a:r>
            <a:endParaRPr lang="en-US" sz="2400">
              <a:latin typeface="Helvetica"/>
              <a:cs typeface="Helvetica"/>
            </a:endParaRPr>
          </a:p>
          <a:p>
            <a:pPr marL="0" indent="0">
              <a:buNone/>
            </a:pPr>
            <a:r>
              <a:rPr lang="en-US" sz="2400">
                <a:latin typeface="Helvetica"/>
                <a:ea typeface="+mn-lt"/>
                <a:cs typeface="Helvetica"/>
              </a:rPr>
              <a:t>The element added first will be removed first.</a:t>
            </a:r>
          </a:p>
          <a:p>
            <a:pPr marL="0" indent="0">
              <a:buNone/>
            </a:pPr>
            <a:r>
              <a:rPr lang="en-US" sz="2400">
                <a:latin typeface="Bell MT"/>
              </a:rPr>
              <a:t>Real-life examples: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Ticket counter line 🎫</a:t>
            </a:r>
            <a:endParaRPr lang="en-US" sz="2400">
              <a:latin typeface="Helvetica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Printer queue 🖨</a:t>
            </a:r>
            <a:endParaRPr lang="en-US" sz="2400">
              <a:latin typeface="Helvetica"/>
              <a:cs typeface="Helvetica"/>
            </a:endParaRPr>
          </a:p>
          <a:p>
            <a:pPr marL="0" indent="0">
              <a:buNone/>
            </a:pPr>
            <a:r>
              <a:rPr lang="en-US" sz="2400">
                <a:latin typeface="Bell MT"/>
                <a:ea typeface="+mn-lt"/>
                <a:cs typeface="+mn-lt"/>
              </a:rPr>
              <a:t>Namespace: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 err="1">
                <a:latin typeface="Helvetica"/>
                <a:ea typeface="+mn-lt"/>
                <a:cs typeface="Helvetica"/>
              </a:rPr>
              <a:t>System.Collections.Generic</a:t>
            </a:r>
            <a:endParaRPr lang="en-US" sz="2400" err="1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3429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7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7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5A26-6A77-DAC7-5139-B76B4C130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778222"/>
          </a:xfrm>
        </p:spPr>
        <p:txBody>
          <a:bodyPr>
            <a:normAutofit fontScale="90000"/>
          </a:bodyPr>
          <a:lstStyle/>
          <a:p>
            <a:r>
              <a:rPr lang="en-US"/>
              <a:t>Queue Methods: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E57BAF-4C27-1AFE-9675-04272B928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026293"/>
              </p:ext>
            </p:extLst>
          </p:nvPr>
        </p:nvGraphicFramePr>
        <p:xfrm>
          <a:off x="538556" y="1535458"/>
          <a:ext cx="11101386" cy="4878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0462">
                  <a:extLst>
                    <a:ext uri="{9D8B030D-6E8A-4147-A177-3AD203B41FA5}">
                      <a16:colId xmlns:a16="http://schemas.microsoft.com/office/drawing/2014/main" val="3607348161"/>
                    </a:ext>
                  </a:extLst>
                </a:gridCol>
                <a:gridCol w="3700462">
                  <a:extLst>
                    <a:ext uri="{9D8B030D-6E8A-4147-A177-3AD203B41FA5}">
                      <a16:colId xmlns:a16="http://schemas.microsoft.com/office/drawing/2014/main" val="409559909"/>
                    </a:ext>
                  </a:extLst>
                </a:gridCol>
                <a:gridCol w="3700462">
                  <a:extLst>
                    <a:ext uri="{9D8B030D-6E8A-4147-A177-3AD203B41FA5}">
                      <a16:colId xmlns:a16="http://schemas.microsoft.com/office/drawing/2014/main" val="2996053313"/>
                    </a:ext>
                  </a:extLst>
                </a:gridCol>
              </a:tblGrid>
              <a:tr h="69697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182815"/>
                  </a:ext>
                </a:extLst>
              </a:tr>
              <a:tr h="6969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Enqueue()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Add element at rear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queue.Enqueue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(10)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701980"/>
                  </a:ext>
                </a:extLst>
              </a:tr>
              <a:tr h="6969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Dequeue()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 &amp; return front element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queue.Dequeue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151400"/>
                  </a:ext>
                </a:extLst>
              </a:tr>
              <a:tr h="6969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Peek()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View front element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queue.Peek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577857"/>
                  </a:ext>
                </a:extLst>
              </a:tr>
              <a:tr h="6969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Contains()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Check element exists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queue.Contains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(20)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821541"/>
                  </a:ext>
                </a:extLst>
              </a:tr>
              <a:tr h="6969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Clear()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 all elements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queue.Clear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486831"/>
                  </a:ext>
                </a:extLst>
              </a:tr>
              <a:tr h="6969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Count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Number of elements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queue.Count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3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79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4E9C-31FE-7534-25E8-F7C2C8A3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73745"/>
            <a:ext cx="11101135" cy="1005937"/>
          </a:xfrm>
        </p:spPr>
        <p:txBody>
          <a:bodyPr>
            <a:normAutofit fontScale="90000"/>
          </a:bodyPr>
          <a:lstStyle/>
          <a:p>
            <a:r>
              <a:rPr lang="en-US" sz="3600"/>
              <a:t>A Sample Code For Queue Generic </a:t>
            </a:r>
            <a:br>
              <a:rPr lang="en-US" sz="3600"/>
            </a:br>
            <a:r>
              <a:rPr lang="en-US" sz="3600"/>
              <a:t>Class:</a:t>
            </a:r>
            <a:endParaRPr lang="en-US"/>
          </a:p>
        </p:txBody>
      </p:sp>
      <p:pic>
        <p:nvPicPr>
          <p:cNvPr id="4" name="Content Placeholder 3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19EC0C87-435F-E8E4-6A76-7ED19D802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711" y="1509351"/>
            <a:ext cx="5326383" cy="47305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C99FD0-DEE6-1782-2EE0-C345E32CF921}"/>
              </a:ext>
            </a:extLst>
          </p:cNvPr>
          <p:cNvSpPr txBox="1"/>
          <p:nvPr/>
        </p:nvSpPr>
        <p:spPr>
          <a:xfrm>
            <a:off x="7342909" y="647240"/>
            <a:ext cx="25399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latin typeface="Bell MT"/>
              </a:rPr>
              <a:t>Output:</a:t>
            </a:r>
          </a:p>
        </p:txBody>
      </p:sp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3D2E527-1276-B6F4-A2E0-D23444801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477" y="1509892"/>
            <a:ext cx="3314700" cy="1695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481725-3B0D-3839-D6C7-D3DBCD5894D0}"/>
              </a:ext>
            </a:extLst>
          </p:cNvPr>
          <p:cNvSpPr txBox="1"/>
          <p:nvPr/>
        </p:nvSpPr>
        <p:spPr>
          <a:xfrm>
            <a:off x="7343052" y="3552180"/>
            <a:ext cx="35980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Bell MT"/>
              </a:rPr>
              <a:t>Queue Visualization:</a:t>
            </a:r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091F78A-309B-FB7B-BAFF-15E43CAF6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689" y="4014465"/>
            <a:ext cx="42100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3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116E8-CD87-85E3-990B-C88F9904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687" y="414896"/>
            <a:ext cx="11101135" cy="973575"/>
          </a:xfrm>
        </p:spPr>
        <p:txBody>
          <a:bodyPr>
            <a:normAutofit/>
          </a:bodyPr>
          <a:lstStyle/>
          <a:p>
            <a:r>
              <a:rPr lang="en-US" sz="4800"/>
              <a:t>HashSet Generic Class: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0A724-AC92-18BE-5EDB-AE0CE13F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96290"/>
            <a:ext cx="11101136" cy="47124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latin typeface="Helvetica"/>
                <a:ea typeface="+mn-lt"/>
                <a:cs typeface="Helvetica"/>
              </a:rPr>
              <a:t>A </a:t>
            </a:r>
            <a:r>
              <a:rPr lang="en-US" sz="2400" b="1">
                <a:latin typeface="Helvetica"/>
                <a:ea typeface="+mn-lt"/>
                <a:cs typeface="Helvetica"/>
              </a:rPr>
              <a:t>HashSet</a:t>
            </a:r>
            <a:r>
              <a:rPr lang="en-US" sz="2400">
                <a:latin typeface="Helvetica"/>
                <a:ea typeface="+mn-lt"/>
                <a:cs typeface="Helvetica"/>
              </a:rPr>
              <a:t> is a collection that: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Stores </a:t>
            </a:r>
            <a:r>
              <a:rPr lang="en-US" sz="2400" b="1">
                <a:latin typeface="Helvetica"/>
                <a:ea typeface="+mn-lt"/>
                <a:cs typeface="Helvetica"/>
              </a:rPr>
              <a:t>unique elements only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Does </a:t>
            </a:r>
            <a:r>
              <a:rPr lang="en-US" sz="2400" b="1">
                <a:latin typeface="Helvetica"/>
                <a:ea typeface="+mn-lt"/>
                <a:cs typeface="Helvetica"/>
              </a:rPr>
              <a:t>NOT allow duplicates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It is </a:t>
            </a:r>
            <a:r>
              <a:rPr lang="en-US" sz="2400" b="1">
                <a:latin typeface="Helvetica"/>
                <a:ea typeface="+mn-lt"/>
                <a:cs typeface="Helvetica"/>
              </a:rPr>
              <a:t>unordered (no index)</a:t>
            </a:r>
          </a:p>
          <a:p>
            <a:pPr marL="269875" indent="-269875">
              <a:buFont typeface="Wingdings,Sans-Serif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Uses </a:t>
            </a:r>
            <a:r>
              <a:rPr lang="en-US" sz="2400" b="1">
                <a:latin typeface="Helvetica"/>
                <a:ea typeface="+mn-lt"/>
                <a:cs typeface="Helvetica"/>
              </a:rPr>
              <a:t>hashing → very fast search</a:t>
            </a:r>
            <a:endParaRPr lang="en-US" sz="2400" b="1">
              <a:latin typeface="Helvetica"/>
              <a:cs typeface="Helvetica"/>
            </a:endParaRPr>
          </a:p>
          <a:p>
            <a:pPr marL="269875" indent="-269875">
              <a:buFont typeface="Wingdings,Sans-Serif" panose="020B0604020202020204" pitchFamily="34" charset="0"/>
              <a:buChar char="Ø"/>
            </a:pPr>
            <a:r>
              <a:rPr lang="en-US" sz="2400">
                <a:solidFill>
                  <a:srgbClr val="FFFFFF"/>
                </a:solidFill>
                <a:latin typeface="Helvetica"/>
                <a:cs typeface="Helvetica"/>
              </a:rPr>
              <a:t>Dictionary stores duplicate values whereas HashSet stores Unique values</a:t>
            </a:r>
          </a:p>
          <a:p>
            <a:pPr marL="269875" indent="-269875"/>
            <a:endParaRPr lang="en-US" sz="2400" b="1">
              <a:solidFill>
                <a:srgbClr val="FFFFFF"/>
              </a:solidFill>
              <a:latin typeface="Helvetica"/>
              <a:cs typeface="Helvetica"/>
            </a:endParaRPr>
          </a:p>
          <a:p>
            <a:pPr marL="0" indent="0">
              <a:buNone/>
            </a:pPr>
            <a:endParaRPr lang="en-US" sz="2400" b="1">
              <a:solidFill>
                <a:srgbClr val="00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3285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1F64-AC70-BDCD-C5A5-1C676B692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802978"/>
          </a:xfrm>
        </p:spPr>
        <p:txBody>
          <a:bodyPr>
            <a:normAutofit fontScale="90000"/>
          </a:bodyPr>
          <a:lstStyle/>
          <a:p>
            <a:r>
              <a:rPr lang="en-US"/>
              <a:t>HashSet Methods: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6BD2CC-7220-7548-7A7F-4A57E9D27F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3947948"/>
              </p:ext>
            </p:extLst>
          </p:nvPr>
        </p:nvGraphicFramePr>
        <p:xfrm>
          <a:off x="540223" y="2268940"/>
          <a:ext cx="11101386" cy="3394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0462">
                  <a:extLst>
                    <a:ext uri="{9D8B030D-6E8A-4147-A177-3AD203B41FA5}">
                      <a16:colId xmlns:a16="http://schemas.microsoft.com/office/drawing/2014/main" val="1886356339"/>
                    </a:ext>
                  </a:extLst>
                </a:gridCol>
                <a:gridCol w="3700462">
                  <a:extLst>
                    <a:ext uri="{9D8B030D-6E8A-4147-A177-3AD203B41FA5}">
                      <a16:colId xmlns:a16="http://schemas.microsoft.com/office/drawing/2014/main" val="1157049415"/>
                    </a:ext>
                  </a:extLst>
                </a:gridCol>
                <a:gridCol w="3700462">
                  <a:extLst>
                    <a:ext uri="{9D8B030D-6E8A-4147-A177-3AD203B41FA5}">
                      <a16:colId xmlns:a16="http://schemas.microsoft.com/office/drawing/2014/main" val="2175957204"/>
                    </a:ext>
                  </a:extLst>
                </a:gridCol>
              </a:tblGrid>
              <a:tr h="848643">
                <a:tc>
                  <a:txBody>
                    <a:bodyPr/>
                    <a:lstStyle/>
                    <a:p>
                      <a:r>
                        <a:rPr lang="en-US"/>
                        <a:t>                  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              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            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231489"/>
                  </a:ext>
                </a:extLst>
              </a:tr>
              <a:tr h="8486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UnionWith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Combine two sets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set1.UnionWith(set2)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45757"/>
                  </a:ext>
                </a:extLst>
              </a:tr>
              <a:tr h="8486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IntersectWith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Common elements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set1.IntersectWith(set2)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378922"/>
                  </a:ext>
                </a:extLst>
              </a:tr>
              <a:tr h="8486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ExceptWith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Remove matching elements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set1.ExceptWith(set2)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4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28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F9E8-D55E-6369-0C76-C946998C1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31065"/>
            <a:ext cx="11101135" cy="1022920"/>
          </a:xfrm>
        </p:spPr>
        <p:txBody>
          <a:bodyPr/>
          <a:lstStyle/>
          <a:p>
            <a:r>
              <a:rPr lang="en-US" sz="3200"/>
              <a:t>A Sample Code For HashSet Generic </a:t>
            </a:r>
            <a:br>
              <a:rPr lang="en-US" sz="3200"/>
            </a:br>
            <a:r>
              <a:rPr lang="en-US" sz="3200"/>
              <a:t>Class:</a:t>
            </a:r>
            <a:endParaRPr lang="en-US"/>
          </a:p>
        </p:txBody>
      </p:sp>
      <p:pic>
        <p:nvPicPr>
          <p:cNvPr id="4" name="Content Placeholder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2F905E21-F0A7-9612-680B-20DA2E2CB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133" y="1713091"/>
            <a:ext cx="5539821" cy="46151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477B0E-4E17-EE6D-FC92-8109243EFC28}"/>
              </a:ext>
            </a:extLst>
          </p:cNvPr>
          <p:cNvSpPr txBox="1"/>
          <p:nvPr/>
        </p:nvSpPr>
        <p:spPr>
          <a:xfrm>
            <a:off x="7250917" y="843749"/>
            <a:ext cx="215515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latin typeface="Bell MT"/>
              </a:rPr>
              <a:t>Output:</a:t>
            </a: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697FEC6-F6BC-92F7-4FEF-E96D58074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598" y="1351321"/>
            <a:ext cx="3219450" cy="1943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E4C7BD-D863-77FF-6DF7-0DD5856CA2BD}"/>
              </a:ext>
            </a:extLst>
          </p:cNvPr>
          <p:cNvSpPr txBox="1"/>
          <p:nvPr/>
        </p:nvSpPr>
        <p:spPr>
          <a:xfrm>
            <a:off x="7257435" y="3791563"/>
            <a:ext cx="33798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Bell MT"/>
              </a:rPr>
              <a:t>HashSet Visualization:</a:t>
            </a:r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C4B13CF-DBA0-1ED4-5785-38CA85DD0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363" y="4671244"/>
            <a:ext cx="36195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8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E3AF2-64EE-9168-2298-A9CFD950E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91" y="626032"/>
            <a:ext cx="11101135" cy="1809500"/>
          </a:xfrm>
        </p:spPr>
        <p:txBody>
          <a:bodyPr/>
          <a:lstStyle/>
          <a:p>
            <a:r>
              <a:rPr lang="en-US"/>
              <a:t>Non-Generic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B1708-09DC-66CD-479F-ACF93ED3D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90" y="2197049"/>
            <a:ext cx="11101136" cy="44066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 b="1">
                <a:latin typeface="Helvetica"/>
                <a:ea typeface="+mn-lt"/>
                <a:cs typeface="Helvetica"/>
              </a:rPr>
              <a:t>Non-Generic collections</a:t>
            </a:r>
            <a:r>
              <a:rPr lang="en-US" sz="2400">
                <a:latin typeface="Helvetica"/>
                <a:ea typeface="+mn-lt"/>
                <a:cs typeface="Helvetica"/>
              </a:rPr>
              <a:t> are collection classes that store data as </a:t>
            </a:r>
            <a:r>
              <a:rPr lang="en-US" sz="2400" b="1">
                <a:latin typeface="Helvetica"/>
                <a:cs typeface="Helvetica"/>
              </a:rPr>
              <a:t>object</a:t>
            </a:r>
            <a:r>
              <a:rPr lang="en-US" sz="2400" b="1">
                <a:latin typeface="Helvetica"/>
                <a:ea typeface="+mn-lt"/>
                <a:cs typeface="Helvetica"/>
              </a:rPr>
              <a:t> type</a:t>
            </a:r>
            <a:r>
              <a:rPr lang="en-US" sz="2400">
                <a:latin typeface="Helvetica"/>
                <a:ea typeface="+mn-lt"/>
                <a:cs typeface="Helvetica"/>
              </a:rPr>
              <a:t>.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They are available in the </a:t>
            </a:r>
            <a:r>
              <a:rPr lang="en-US" sz="2400" b="1" err="1">
                <a:latin typeface="Helvetica"/>
                <a:cs typeface="Helvetica"/>
              </a:rPr>
              <a:t>System.Collections</a:t>
            </a:r>
            <a:r>
              <a:rPr lang="en-US" sz="2400">
                <a:latin typeface="Helvetica"/>
                <a:ea typeface="+mn-lt"/>
                <a:cs typeface="Helvetica"/>
              </a:rPr>
              <a:t> namespace.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Because they store </a:t>
            </a:r>
            <a:r>
              <a:rPr lang="en-US" sz="2400" b="1">
                <a:latin typeface="Helvetica"/>
                <a:ea typeface="+mn-lt"/>
                <a:cs typeface="Helvetica"/>
              </a:rPr>
              <a:t>mixed data types</a:t>
            </a:r>
            <a:r>
              <a:rPr lang="en-US" sz="2400">
                <a:latin typeface="Helvetica"/>
                <a:ea typeface="+mn-lt"/>
                <a:cs typeface="Helvetica"/>
              </a:rPr>
              <a:t>, they are </a:t>
            </a:r>
            <a:r>
              <a:rPr lang="en-US" sz="2400" b="1">
                <a:latin typeface="Helvetica"/>
                <a:ea typeface="+mn-lt"/>
                <a:cs typeface="Helvetica"/>
              </a:rPr>
              <a:t>not type-safe</a:t>
            </a:r>
            <a:r>
              <a:rPr lang="en-US" sz="2400">
                <a:latin typeface="Helvetica"/>
                <a:ea typeface="+mn-lt"/>
                <a:cs typeface="Helvetica"/>
              </a:rPr>
              <a:t> and involve</a:t>
            </a:r>
            <a:br>
              <a:rPr lang="en-US" sz="2400">
                <a:latin typeface="Helvetica"/>
                <a:ea typeface="+mn-lt"/>
                <a:cs typeface="Helvetica"/>
              </a:rPr>
            </a:br>
            <a:r>
              <a:rPr lang="en-US" sz="2400">
                <a:latin typeface="Helvetica"/>
                <a:ea typeface="+mn-lt"/>
                <a:cs typeface="Helvetica"/>
              </a:rPr>
              <a:t>Boxing / Unboxing, which affects perform</a:t>
            </a:r>
            <a:r>
              <a:rPr lang="en-US" sz="2400">
                <a:ea typeface="+mn-lt"/>
                <a:cs typeface="+mn-lt"/>
              </a:rPr>
              <a:t>ance.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highlight>
                  <a:srgbClr val="1F1F1F"/>
                </a:highlight>
                <a:latin typeface="Helvetica"/>
                <a:ea typeface="+mn-lt"/>
                <a:cs typeface="Helvetica"/>
              </a:rPr>
              <a:t>Generic collections are generally recommended over non-generic ones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endParaRPr lang="en-US" sz="2400">
              <a:highlight>
                <a:srgbClr val="1F1F1F"/>
              </a:highlight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8696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2EB45-D93D-D7B9-ECB7-422179371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687" y="255672"/>
            <a:ext cx="11101135" cy="939456"/>
          </a:xfrm>
        </p:spPr>
        <p:txBody>
          <a:bodyPr>
            <a:normAutofit/>
          </a:bodyPr>
          <a:lstStyle/>
          <a:p>
            <a:r>
              <a:rPr lang="en-US" sz="4800" b="1">
                <a:ea typeface="+mj-lt"/>
                <a:cs typeface="+mj-lt"/>
              </a:rPr>
              <a:t>Types of Non-Generic Collections in C#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8DA4F-ED8D-1D7B-54CD-549B0870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45111"/>
            <a:ext cx="11101136" cy="4763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buNone/>
            </a:pPr>
            <a:endParaRPr lang="en-US" sz="2400">
              <a:solidFill>
                <a:srgbClr val="E6E8F0"/>
              </a:solidFill>
              <a:highlight>
                <a:srgbClr val="1F1F1F"/>
              </a:highlight>
              <a:latin typeface="Helvetica"/>
              <a:cs typeface="Helvetica"/>
            </a:endParaRPr>
          </a:p>
          <a:p>
            <a:pPr>
              <a:buNone/>
            </a:pPr>
            <a:endParaRPr lang="en-US"/>
          </a:p>
          <a:p>
            <a:pPr marL="0" indent="0">
              <a:buNone/>
            </a:pPr>
            <a:endParaRPr lang="en-US" sz="2400">
              <a:solidFill>
                <a:srgbClr val="E6E8F0"/>
              </a:solidFill>
              <a:highlight>
                <a:srgbClr val="1F1F1F"/>
              </a:highlight>
              <a:latin typeface="Helvetica"/>
              <a:cs typeface="Helvetic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2C5EF-9FF1-B3EA-8FCF-8407CDB5A562}"/>
              </a:ext>
            </a:extLst>
          </p:cNvPr>
          <p:cNvSpPr txBox="1"/>
          <p:nvPr/>
        </p:nvSpPr>
        <p:spPr>
          <a:xfrm>
            <a:off x="677618" y="1193628"/>
            <a:ext cx="10840064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Bell MT"/>
                <a:ea typeface="+mn-lt"/>
                <a:cs typeface="+mn-lt"/>
              </a:rPr>
              <a:t>ArrayList: </a:t>
            </a:r>
            <a:endParaRPr lang="en-US" sz="2400">
              <a:latin typeface="Helvetica"/>
              <a:ea typeface="+mn-lt"/>
              <a:cs typeface="Helvetica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A dynamic array similar to </a:t>
            </a:r>
            <a:r>
              <a:rPr lang="en-US" sz="2400">
                <a:latin typeface="Helvetica"/>
                <a:cs typeface="Helvetica"/>
              </a:rPr>
              <a:t>List&lt;T&gt;</a:t>
            </a:r>
            <a:r>
              <a:rPr lang="en-US" sz="2400">
                <a:latin typeface="Helvetica"/>
                <a:ea typeface="+mn-lt"/>
                <a:cs typeface="Helvetica"/>
              </a:rPr>
              <a:t>, but it can store elements of </a:t>
            </a:r>
            <a:r>
              <a:rPr lang="en-US" sz="2400" b="1">
                <a:latin typeface="Helvetica"/>
                <a:ea typeface="+mn-lt"/>
                <a:cs typeface="Helvetica"/>
              </a:rPr>
              <a:t>different data types</a:t>
            </a:r>
            <a:r>
              <a:rPr lang="en-US" sz="2400">
                <a:latin typeface="Helvetica"/>
                <a:ea typeface="+mn-lt"/>
                <a:cs typeface="Helvetica"/>
              </a:rPr>
              <a:t>.</a:t>
            </a:r>
            <a:endParaRPr lang="en-US" sz="2400">
              <a:latin typeface="Helvetica"/>
              <a:cs typeface="Helvetica"/>
            </a:endParaRPr>
          </a:p>
          <a:p>
            <a:pPr algn="l"/>
            <a:endParaRPr lang="en-US" sz="2400">
              <a:latin typeface="Helvetica"/>
              <a:cs typeface="Helvetica"/>
            </a:endParaRPr>
          </a:p>
          <a:p>
            <a:r>
              <a:rPr lang="en-US" sz="2400" b="1" err="1">
                <a:latin typeface="Bell MT"/>
                <a:ea typeface="+mn-lt"/>
                <a:cs typeface="+mn-lt"/>
              </a:rPr>
              <a:t>Hashtable</a:t>
            </a:r>
            <a:r>
              <a:rPr lang="en-US" sz="2400" b="1">
                <a:latin typeface="Bell MT"/>
                <a:ea typeface="+mn-lt"/>
                <a:cs typeface="+mn-lt"/>
              </a:rPr>
              <a:t>:</a:t>
            </a:r>
            <a:endParaRPr lang="en-US" sz="2400">
              <a:latin typeface="Bell MT"/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Stores </a:t>
            </a:r>
            <a:r>
              <a:rPr lang="en-US" sz="2400" b="1">
                <a:latin typeface="Helvetica"/>
                <a:ea typeface="+mn-lt"/>
                <a:cs typeface="Helvetica"/>
              </a:rPr>
              <a:t>key-value pairs</a:t>
            </a:r>
            <a:r>
              <a:rPr lang="en-US" sz="2400">
                <a:latin typeface="Helvetica"/>
                <a:ea typeface="+mn-lt"/>
                <a:cs typeface="Helvetica"/>
              </a:rPr>
              <a:t>, where data is organized based on the </a:t>
            </a:r>
            <a:r>
              <a:rPr lang="en-US" sz="2400" b="1">
                <a:latin typeface="Helvetica"/>
                <a:ea typeface="+mn-lt"/>
                <a:cs typeface="Helvetica"/>
              </a:rPr>
              <a:t>hash code of the key</a:t>
            </a:r>
            <a:r>
              <a:rPr lang="en-US" sz="2400">
                <a:latin typeface="Helvetica"/>
                <a:ea typeface="+mn-lt"/>
                <a:cs typeface="Helvetica"/>
              </a:rPr>
              <a:t> for fast searching.</a:t>
            </a:r>
            <a:endParaRPr lang="en-US">
              <a:latin typeface="Helvetica"/>
              <a:cs typeface="Helvetica"/>
            </a:endParaRPr>
          </a:p>
          <a:p>
            <a:pPr marL="342900" indent="-342900">
              <a:buFont typeface="Wingdings"/>
              <a:buChar char="Ø"/>
            </a:pPr>
            <a:endParaRPr lang="en-US" sz="2400">
              <a:latin typeface="Bell MT"/>
              <a:cs typeface="Helvetica"/>
            </a:endParaRPr>
          </a:p>
          <a:p>
            <a:r>
              <a:rPr lang="en-US" sz="2400" b="1">
                <a:latin typeface="Bell MT"/>
                <a:ea typeface="+mn-lt"/>
                <a:cs typeface="+mn-lt"/>
              </a:rPr>
              <a:t>Queue:</a:t>
            </a:r>
            <a:endParaRPr lang="en-US" sz="2400">
              <a:latin typeface="Helvetica"/>
              <a:ea typeface="+mn-lt"/>
              <a:cs typeface="Helvetica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>
                <a:latin typeface="Bell MT"/>
                <a:ea typeface="+mn-lt"/>
                <a:cs typeface="+mn-lt"/>
              </a:rPr>
              <a:t> </a:t>
            </a:r>
            <a:r>
              <a:rPr lang="en-US" sz="2400">
                <a:latin typeface="Helvetica"/>
                <a:ea typeface="+mn-lt"/>
                <a:cs typeface="Helvetica"/>
              </a:rPr>
              <a:t>A </a:t>
            </a:r>
            <a:r>
              <a:rPr lang="en-US" sz="2400" b="1">
                <a:latin typeface="Helvetica"/>
                <a:ea typeface="+mn-lt"/>
                <a:cs typeface="Helvetica"/>
              </a:rPr>
              <a:t>FIFO (First In First Out)</a:t>
            </a:r>
            <a:r>
              <a:rPr lang="en-US" sz="2400">
                <a:latin typeface="Helvetica"/>
                <a:ea typeface="+mn-lt"/>
                <a:cs typeface="Helvetica"/>
              </a:rPr>
              <a:t> collection — elements are added at the rear and removed from the front.</a:t>
            </a:r>
            <a:endParaRPr lang="en-US" sz="2400">
              <a:latin typeface="Helvetica"/>
              <a:cs typeface="Helvetica"/>
            </a:endParaRPr>
          </a:p>
          <a:p>
            <a:pPr marL="342900" indent="-342900">
              <a:buFont typeface="Wingdings"/>
              <a:buChar char="Ø"/>
            </a:pPr>
            <a:endParaRPr lang="en-US" sz="2400">
              <a:latin typeface="Helvetica"/>
              <a:cs typeface="Helvetica"/>
            </a:endParaRPr>
          </a:p>
          <a:p>
            <a:r>
              <a:rPr lang="en-US" sz="2400" b="1">
                <a:latin typeface="Bell MT"/>
                <a:ea typeface="+mn-lt"/>
                <a:cs typeface="Helvetica"/>
              </a:rPr>
              <a:t>Stack:</a:t>
            </a:r>
            <a:r>
              <a:rPr lang="en-US" sz="2400">
                <a:latin typeface="Helvetica"/>
                <a:ea typeface="+mn-lt"/>
                <a:cs typeface="Helvetica"/>
              </a:rPr>
              <a:t> </a:t>
            </a:r>
            <a:endParaRPr lang="en-US">
              <a:latin typeface="Helvetica"/>
              <a:ea typeface="+mn-lt"/>
              <a:cs typeface="Helvetica"/>
            </a:endParaRPr>
          </a:p>
          <a:p>
            <a:pPr marL="342900" indent="-342900">
              <a:buFont typeface="Wingdings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A </a:t>
            </a:r>
            <a:r>
              <a:rPr lang="en-US" sz="2400" b="1">
                <a:latin typeface="Helvetica"/>
                <a:ea typeface="+mn-lt"/>
                <a:cs typeface="Helvetica"/>
              </a:rPr>
              <a:t>LIFO (Last In First Out)</a:t>
            </a:r>
            <a:r>
              <a:rPr lang="en-US" sz="2400">
                <a:latin typeface="Helvetica"/>
                <a:ea typeface="+mn-lt"/>
                <a:cs typeface="Helvetica"/>
              </a:rPr>
              <a:t> collection — elements are added and removed from the </a:t>
            </a:r>
            <a:r>
              <a:rPr lang="en-US" sz="2400" b="1">
                <a:latin typeface="Helvetica"/>
                <a:ea typeface="+mn-lt"/>
                <a:cs typeface="Helvetica"/>
              </a:rPr>
              <a:t>top</a:t>
            </a:r>
            <a:r>
              <a:rPr lang="en-US" sz="2400">
                <a:latin typeface="Helvetica"/>
                <a:ea typeface="+mn-lt"/>
                <a:cs typeface="Helvetica"/>
              </a:rPr>
              <a:t>.</a:t>
            </a:r>
            <a:endParaRPr lang="en-US">
              <a:latin typeface="Helvetica"/>
              <a:cs typeface="Helvetica"/>
            </a:endParaRPr>
          </a:p>
          <a:p>
            <a:endParaRPr lang="en-US" sz="240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2488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1C44-9F0C-EA3B-3519-BE24B577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57323"/>
            <a:ext cx="11101135" cy="813985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Specialized Collections: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FC19F-DFE1-EFF7-5268-4ED44ADE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19968"/>
            <a:ext cx="11101136" cy="528540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They are designed for </a:t>
            </a:r>
            <a:r>
              <a:rPr lang="en-US" sz="2400" b="1">
                <a:latin typeface="Helvetica"/>
                <a:ea typeface="+mn-lt"/>
                <a:cs typeface="Helvetica"/>
              </a:rPr>
              <a:t>specific purposes</a:t>
            </a:r>
            <a:r>
              <a:rPr lang="en-US" sz="2400">
                <a:latin typeface="Helvetica"/>
                <a:ea typeface="+mn-lt"/>
                <a:cs typeface="Helvetica"/>
              </a:rPr>
              <a:t>, mainly optimized for </a:t>
            </a:r>
            <a:r>
              <a:rPr lang="en-US" sz="2400" b="1">
                <a:latin typeface="Helvetica"/>
                <a:ea typeface="+mn-lt"/>
                <a:cs typeface="Helvetica"/>
              </a:rPr>
              <a:t>string handling, key-value storage, or notifications</a:t>
            </a:r>
            <a:r>
              <a:rPr lang="en-US" sz="2400">
                <a:latin typeface="Helvetica"/>
                <a:ea typeface="+mn-lt"/>
                <a:cs typeface="Helvetica"/>
              </a:rPr>
              <a:t>.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+mn-lt"/>
                <a:cs typeface="Helvetica"/>
              </a:rPr>
              <a:t>They are </a:t>
            </a:r>
            <a:r>
              <a:rPr lang="en-US" sz="2400" b="1">
                <a:latin typeface="Helvetica"/>
                <a:ea typeface="+mn-lt"/>
                <a:cs typeface="Helvetica"/>
              </a:rPr>
              <a:t>non-generic collections</a:t>
            </a:r>
            <a:r>
              <a:rPr lang="en-US" sz="2400">
                <a:latin typeface="Helvetica"/>
                <a:ea typeface="+mn-lt"/>
                <a:cs typeface="Helvetica"/>
              </a:rPr>
              <a:t>.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Calibri"/>
                <a:cs typeface="Helvetica"/>
              </a:rPr>
              <a:t>Efficient string storage</a:t>
            </a: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Calibri"/>
                <a:cs typeface="Helvetica"/>
              </a:rPr>
              <a:t>Small collection optimization</a:t>
            </a:r>
            <a:endParaRPr lang="en-US">
              <a:latin typeface="Avenir Next LT Pro"/>
              <a:ea typeface="Calibri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Calibri"/>
                <a:cs typeface="Helvetica"/>
              </a:rPr>
              <a:t>Multiple values per key</a:t>
            </a:r>
            <a:endParaRPr lang="en-US">
              <a:latin typeface="Avenir Next LT Pro"/>
              <a:ea typeface="Calibri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Calibri"/>
                <a:cs typeface="Helvetica"/>
              </a:rPr>
              <a:t>Bit-level memory saving</a:t>
            </a:r>
            <a:endParaRPr lang="en-US">
              <a:latin typeface="Avenir Next LT Pro"/>
              <a:ea typeface="Calibri"/>
              <a:cs typeface="Helvetica"/>
            </a:endParaRPr>
          </a:p>
          <a:p>
            <a:pPr marL="269875" indent="-269875">
              <a:buFont typeface="Wingdings" panose="020B0604020202020204" pitchFamily="34" charset="0"/>
              <a:buChar char="Ø"/>
            </a:pPr>
            <a:r>
              <a:rPr lang="en-US" sz="2400">
                <a:latin typeface="Helvetica"/>
                <a:ea typeface="Calibri"/>
                <a:cs typeface="Helvetica"/>
              </a:rPr>
              <a:t>Automatic performance switching</a:t>
            </a:r>
            <a:endParaRPr lang="en-US">
              <a:latin typeface="Avenir Next LT Pro"/>
              <a:ea typeface="Calibri"/>
              <a:cs typeface="Helvetica"/>
            </a:endParaRPr>
          </a:p>
          <a:p>
            <a:pPr marL="0" indent="0">
              <a:buNone/>
            </a:pPr>
            <a:r>
              <a:rPr lang="en-US" sz="2800" b="1">
                <a:latin typeface="Bell MT"/>
                <a:ea typeface="Calibri"/>
                <a:cs typeface="Calibri"/>
              </a:rPr>
              <a:t>Namespace:</a:t>
            </a:r>
            <a:endParaRPr lang="en-US" sz="2400">
              <a:latin typeface="Helvetica"/>
              <a:ea typeface="Calibri"/>
              <a:cs typeface="Helvetica"/>
            </a:endParaRPr>
          </a:p>
          <a:p>
            <a:pPr marL="0" indent="0">
              <a:buNone/>
            </a:pPr>
            <a:r>
              <a:rPr lang="en-US" sz="2800" err="1">
                <a:latin typeface="Helvetica"/>
                <a:ea typeface="+mn-lt"/>
                <a:cs typeface="Helvetica"/>
              </a:rPr>
              <a:t>System.Collections.Specialized</a:t>
            </a:r>
            <a:endParaRPr lang="en-US" err="1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58342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AC62-E784-29C6-89D9-FA0F305A4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687" y="369403"/>
            <a:ext cx="11101135" cy="888277"/>
          </a:xfrm>
        </p:spPr>
        <p:txBody>
          <a:bodyPr>
            <a:normAutofit/>
          </a:bodyPr>
          <a:lstStyle/>
          <a:p>
            <a:r>
              <a:rPr lang="en-US" sz="4400">
                <a:ea typeface="+mj-lt"/>
                <a:cs typeface="+mj-lt"/>
              </a:rPr>
              <a:t>Types of Specialized Collections:</a:t>
            </a:r>
            <a:endParaRPr lang="en-US" sz="44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A2D9F2-F38C-A2E5-F992-FC12F7F40B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850441"/>
              </p:ext>
            </p:extLst>
          </p:nvPr>
        </p:nvGraphicFramePr>
        <p:xfrm>
          <a:off x="540223" y="1290850"/>
          <a:ext cx="11101386" cy="5210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483">
                  <a:extLst>
                    <a:ext uri="{9D8B030D-6E8A-4147-A177-3AD203B41FA5}">
                      <a16:colId xmlns:a16="http://schemas.microsoft.com/office/drawing/2014/main" val="3662794677"/>
                    </a:ext>
                  </a:extLst>
                </a:gridCol>
                <a:gridCol w="7524903">
                  <a:extLst>
                    <a:ext uri="{9D8B030D-6E8A-4147-A177-3AD203B41FA5}">
                      <a16:colId xmlns:a16="http://schemas.microsoft.com/office/drawing/2014/main" val="1173998591"/>
                    </a:ext>
                  </a:extLst>
                </a:gridCol>
              </a:tblGrid>
              <a:tr h="651302">
                <a:tc>
                  <a:txBody>
                    <a:bodyPr/>
                    <a:lstStyle/>
                    <a:p>
                      <a:r>
                        <a:rPr lang="en-US"/>
                        <a:t>Collection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967524"/>
                  </a:ext>
                </a:extLst>
              </a:tr>
              <a:tr h="6513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NameValueCollection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Stores key-value pairs where 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both key and value are strings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088821"/>
                  </a:ext>
                </a:extLst>
              </a:tr>
              <a:tr h="6513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NameObjectCollectionBase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Base class for collections that store 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string keys and object values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307221"/>
                  </a:ext>
                </a:extLst>
              </a:tr>
              <a:tr h="6513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StringCollection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Stores 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only string values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 (like List&lt;string&gt;)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540325"/>
                  </a:ext>
                </a:extLst>
              </a:tr>
              <a:tr h="6513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StringDictionary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Stores 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string key and string value pairs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122246"/>
                  </a:ext>
                </a:extLst>
              </a:tr>
              <a:tr h="6513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HybridDictionary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Automatically switches between </a:t>
                      </a:r>
                      <a:r>
                        <a:rPr lang="en-US" sz="1800" b="1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ListDictionary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 and </a:t>
                      </a:r>
                      <a:r>
                        <a:rPr lang="en-US" sz="1800" b="1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Hashtable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 based on size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254083"/>
                  </a:ext>
                </a:extLst>
              </a:tr>
              <a:tr h="6513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ListDictionary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Best for 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small collections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 (uses linked list internally)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159961"/>
                  </a:ext>
                </a:extLst>
              </a:tr>
              <a:tr h="6513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BitVector32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Efficient storage for 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Boolean flags or small integers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749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41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38CD-FF94-AA7D-ECC2-00FD82FB3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18774"/>
            <a:ext cx="11101135" cy="1139678"/>
          </a:xfrm>
        </p:spPr>
        <p:txBody>
          <a:bodyPr>
            <a:normAutofit/>
          </a:bodyPr>
          <a:lstStyle/>
          <a:p>
            <a:r>
              <a:rPr lang="en-US" sz="4800"/>
              <a:t>A Sample code for </a:t>
            </a:r>
            <a:r>
              <a:rPr lang="en-US" sz="4800" err="1">
                <a:ea typeface="+mj-lt"/>
                <a:cs typeface="+mj-lt"/>
              </a:rPr>
              <a:t>NameValueCollection</a:t>
            </a:r>
            <a:r>
              <a:rPr lang="en-US" sz="4800">
                <a:ea typeface="+mj-lt"/>
                <a:cs typeface="+mj-lt"/>
              </a:rPr>
              <a:t>:</a:t>
            </a:r>
            <a:endParaRPr lang="en-US" sz="4800"/>
          </a:p>
        </p:txBody>
      </p:sp>
      <p:pic>
        <p:nvPicPr>
          <p:cNvPr id="4" name="Content Placeholder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D68CC345-E494-0445-CA14-C55CDA9BB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729" y="1488022"/>
            <a:ext cx="6819515" cy="49240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940E78-55EF-9935-3DA3-B08A52E2A660}"/>
              </a:ext>
            </a:extLst>
          </p:cNvPr>
          <p:cNvSpPr txBox="1"/>
          <p:nvPr/>
        </p:nvSpPr>
        <p:spPr>
          <a:xfrm>
            <a:off x="7854013" y="1428781"/>
            <a:ext cx="30018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>
                <a:latin typeface="Bell MT"/>
              </a:rPr>
              <a:t>Output:</a:t>
            </a: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5E80B74-3AD3-90B8-4CDE-E16731073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988" y="1955599"/>
            <a:ext cx="3865417" cy="16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7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94548-2080-B6C7-315B-78515F27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814351"/>
          </a:xfrm>
        </p:spPr>
        <p:txBody>
          <a:bodyPr/>
          <a:lstStyle/>
          <a:p>
            <a:r>
              <a:rPr lang="en-US" sz="4800"/>
              <a:t>A Sample code for </a:t>
            </a:r>
            <a:r>
              <a:rPr lang="en-US" sz="4800" err="1"/>
              <a:t>StringCollection</a:t>
            </a:r>
            <a:r>
              <a:rPr lang="en-US" sz="4800"/>
              <a:t>:</a:t>
            </a:r>
            <a:endParaRPr lang="en-US"/>
          </a:p>
        </p:txBody>
      </p:sp>
      <p:pic>
        <p:nvPicPr>
          <p:cNvPr id="4" name="Content Placeholder 3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2313CDCF-7BB9-7783-5C3E-F7F27483A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382" y="1465083"/>
            <a:ext cx="5762432" cy="4884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4F8B2F-513A-D365-1992-AC27A3050206}"/>
              </a:ext>
            </a:extLst>
          </p:cNvPr>
          <p:cNvSpPr txBox="1"/>
          <p:nvPr/>
        </p:nvSpPr>
        <p:spPr>
          <a:xfrm>
            <a:off x="7638497" y="1465652"/>
            <a:ext cx="275551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>
                <a:latin typeface="Bell MT"/>
              </a:rPr>
              <a:t>Output:</a:t>
            </a: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F5A4FCB-CAAA-180B-7439-C80FF7516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368" y="2132371"/>
            <a:ext cx="14478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6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5DD0-C107-F88B-C249-E4C885E39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950829"/>
          </a:xfrm>
        </p:spPr>
        <p:txBody>
          <a:bodyPr>
            <a:normAutofit/>
          </a:bodyPr>
          <a:lstStyle/>
          <a:p>
            <a:r>
              <a:rPr lang="en-US" sz="540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A514-0CC1-F9B8-33DC-3D48DAD90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334708"/>
            <a:ext cx="11101136" cy="49740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69875" indent="-269875"/>
            <a:r>
              <a:rPr lang="en-US" sz="2000">
                <a:latin typeface="Helvetica"/>
                <a:ea typeface="+mn-lt"/>
                <a:cs typeface="Helvetica"/>
              </a:rPr>
              <a:t>Collections in C# are used to </a:t>
            </a:r>
            <a:r>
              <a:rPr lang="en-US" sz="2000" b="1">
                <a:latin typeface="Helvetica"/>
                <a:ea typeface="+mn-lt"/>
                <a:cs typeface="Helvetica"/>
              </a:rPr>
              <a:t>store and manage groups of data efficiently</a:t>
            </a:r>
            <a:r>
              <a:rPr lang="en-US" sz="2000">
                <a:latin typeface="Helvetica"/>
                <a:ea typeface="+mn-lt"/>
                <a:cs typeface="Helvetica"/>
              </a:rPr>
              <a:t>.</a:t>
            </a:r>
            <a:endParaRPr lang="en-US" sz="2000">
              <a:latin typeface="Helvetica"/>
              <a:cs typeface="Helvetica"/>
            </a:endParaRPr>
          </a:p>
          <a:p>
            <a:pPr marL="269875" indent="-269875"/>
            <a:r>
              <a:rPr lang="en-US" sz="2000">
                <a:latin typeface="Helvetica"/>
                <a:ea typeface="+mn-lt"/>
                <a:cs typeface="Helvetica"/>
              </a:rPr>
              <a:t>There are </a:t>
            </a:r>
            <a:r>
              <a:rPr lang="en-US" sz="2000" b="1">
                <a:latin typeface="Helvetica"/>
                <a:ea typeface="+mn-lt"/>
                <a:cs typeface="Helvetica"/>
              </a:rPr>
              <a:t>three main types of collections</a:t>
            </a:r>
            <a:r>
              <a:rPr lang="en-US" sz="2000">
                <a:latin typeface="Helvetica"/>
                <a:ea typeface="+mn-lt"/>
                <a:cs typeface="Helvetica"/>
              </a:rPr>
              <a:t>: Generic, Non-Generic, and Specialized.</a:t>
            </a:r>
            <a:endParaRPr lang="en-US" sz="2000">
              <a:latin typeface="Helvetica"/>
              <a:cs typeface="Helvetica"/>
            </a:endParaRPr>
          </a:p>
          <a:p>
            <a:pPr marL="269875" indent="-269875"/>
            <a:r>
              <a:rPr lang="en-US" sz="2000" b="1">
                <a:latin typeface="Helvetica"/>
                <a:ea typeface="+mn-lt"/>
                <a:cs typeface="Helvetica"/>
              </a:rPr>
              <a:t>Generic collections</a:t>
            </a:r>
            <a:r>
              <a:rPr lang="en-US" sz="2000">
                <a:latin typeface="Helvetica"/>
                <a:ea typeface="+mn-lt"/>
                <a:cs typeface="Helvetica"/>
              </a:rPr>
              <a:t> provide </a:t>
            </a:r>
            <a:r>
              <a:rPr lang="en-US" sz="2000" b="1">
                <a:latin typeface="Helvetica"/>
                <a:ea typeface="+mn-lt"/>
                <a:cs typeface="Helvetica"/>
              </a:rPr>
              <a:t>type safety, better performance, and are widely used</a:t>
            </a:r>
            <a:r>
              <a:rPr lang="en-US" sz="2000">
                <a:latin typeface="Helvetica"/>
                <a:ea typeface="+mn-lt"/>
                <a:cs typeface="Helvetica"/>
              </a:rPr>
              <a:t> in modern development.</a:t>
            </a:r>
            <a:endParaRPr lang="en-US" sz="2000">
              <a:latin typeface="Helvetica"/>
              <a:cs typeface="Helvetica"/>
            </a:endParaRPr>
          </a:p>
          <a:p>
            <a:pPr marL="269875" indent="-269875"/>
            <a:r>
              <a:rPr lang="en-US" sz="2000" b="1">
                <a:latin typeface="Helvetica"/>
                <a:ea typeface="+mn-lt"/>
                <a:cs typeface="Helvetica"/>
              </a:rPr>
              <a:t>Non-Generic collections</a:t>
            </a:r>
            <a:r>
              <a:rPr lang="en-US" sz="2000">
                <a:latin typeface="Helvetica"/>
                <a:ea typeface="+mn-lt"/>
                <a:cs typeface="Helvetica"/>
              </a:rPr>
              <a:t> allow storing different data types but </a:t>
            </a:r>
            <a:r>
              <a:rPr lang="en-US" sz="2000" b="1">
                <a:latin typeface="Helvetica"/>
                <a:ea typeface="+mn-lt"/>
                <a:cs typeface="Helvetica"/>
              </a:rPr>
              <a:t>lack type safety</a:t>
            </a:r>
            <a:r>
              <a:rPr lang="en-US" sz="2000">
                <a:latin typeface="Helvetica"/>
                <a:ea typeface="+mn-lt"/>
                <a:cs typeface="Helvetica"/>
              </a:rPr>
              <a:t>.</a:t>
            </a:r>
            <a:endParaRPr lang="en-US" sz="2000">
              <a:latin typeface="Helvetica"/>
              <a:cs typeface="Helvetica"/>
            </a:endParaRPr>
          </a:p>
          <a:p>
            <a:pPr marL="269875" indent="-269875"/>
            <a:r>
              <a:rPr lang="en-US" sz="2000" b="1">
                <a:latin typeface="Helvetica"/>
                <a:ea typeface="+mn-lt"/>
                <a:cs typeface="Helvetica"/>
              </a:rPr>
              <a:t>Specialized collections</a:t>
            </a:r>
            <a:r>
              <a:rPr lang="en-US" sz="2000">
                <a:latin typeface="Helvetica"/>
                <a:ea typeface="+mn-lt"/>
                <a:cs typeface="Helvetica"/>
              </a:rPr>
              <a:t> are designed for </a:t>
            </a:r>
            <a:r>
              <a:rPr lang="en-US" sz="2000" b="1">
                <a:latin typeface="Helvetica"/>
                <a:ea typeface="+mn-lt"/>
                <a:cs typeface="Helvetica"/>
              </a:rPr>
              <a:t>specific scenarios like string handling and small data sets</a:t>
            </a:r>
            <a:r>
              <a:rPr lang="en-US" sz="2000">
                <a:latin typeface="Helvetica"/>
                <a:ea typeface="+mn-lt"/>
                <a:cs typeface="Helvetica"/>
              </a:rPr>
              <a:t>.</a:t>
            </a:r>
            <a:endParaRPr lang="en-US" sz="2000">
              <a:latin typeface="Helvetica"/>
              <a:cs typeface="Helvetica"/>
            </a:endParaRPr>
          </a:p>
          <a:p>
            <a:pPr marL="269875" indent="-269875"/>
            <a:r>
              <a:rPr lang="en-US" sz="2000">
                <a:latin typeface="Helvetica"/>
                <a:ea typeface="+mn-lt"/>
                <a:cs typeface="Helvetica"/>
              </a:rPr>
              <a:t>Choosing the </a:t>
            </a:r>
            <a:r>
              <a:rPr lang="en-US" sz="2000" b="1">
                <a:latin typeface="Helvetica"/>
                <a:ea typeface="+mn-lt"/>
                <a:cs typeface="Helvetica"/>
              </a:rPr>
              <a:t>right collection improves performance, code readability, and maintainability</a:t>
            </a:r>
            <a:r>
              <a:rPr lang="en-US" sz="2000">
                <a:latin typeface="Helvetica"/>
                <a:ea typeface="+mn-lt"/>
                <a:cs typeface="Helvetica"/>
              </a:rPr>
              <a:t>.</a:t>
            </a:r>
            <a:endParaRPr lang="en-US" sz="2000">
              <a:latin typeface="Helvetica"/>
              <a:cs typeface="Helvetica"/>
            </a:endParaRPr>
          </a:p>
          <a:p>
            <a:pPr marL="269875" indent="-269875"/>
            <a:r>
              <a:rPr lang="en-US" sz="2000">
                <a:latin typeface="Helvetica"/>
                <a:ea typeface="+mn-lt"/>
                <a:cs typeface="Helvetica"/>
              </a:rPr>
              <a:t>In real-time applications, developers mostly prefer </a:t>
            </a:r>
            <a:r>
              <a:rPr lang="en-US" sz="2000" b="1">
                <a:latin typeface="Helvetica"/>
                <a:ea typeface="+mn-lt"/>
                <a:cs typeface="Helvetica"/>
              </a:rPr>
              <a:t>Generic collections</a:t>
            </a:r>
            <a:r>
              <a:rPr lang="en-US" sz="2000">
                <a:latin typeface="Helvetica"/>
                <a:ea typeface="+mn-lt"/>
                <a:cs typeface="Helvetica"/>
              </a:rPr>
              <a:t> for effective data handling.</a:t>
            </a:r>
            <a:endParaRPr lang="en-US" sz="2000">
              <a:latin typeface="Helvetica"/>
              <a:cs typeface="Helvetica"/>
            </a:endParaRPr>
          </a:p>
          <a:p>
            <a:pPr marL="269875" indent="-269875"/>
            <a:endParaRPr lang="en-US" sz="200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62348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FC596D-0921-5FDE-F75D-91F4778BBB67}"/>
              </a:ext>
            </a:extLst>
          </p:cNvPr>
          <p:cNvSpPr txBox="1"/>
          <p:nvPr/>
        </p:nvSpPr>
        <p:spPr>
          <a:xfrm>
            <a:off x="3951247" y="2769270"/>
            <a:ext cx="428197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0">
                <a:latin typeface="STXingkai"/>
                <a:ea typeface="STXingkai"/>
              </a:rPr>
              <a:t>Thank You </a:t>
            </a:r>
          </a:p>
        </p:txBody>
      </p:sp>
    </p:spTree>
    <p:extLst>
      <p:ext uri="{BB962C8B-B14F-4D97-AF65-F5344CB8AC3E}">
        <p14:creationId xmlns:p14="http://schemas.microsoft.com/office/powerpoint/2010/main" val="413650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GlowVTI</vt:lpstr>
      <vt:lpstr>Collection In C Sharp</vt:lpstr>
      <vt:lpstr>What is a Collection? </vt:lpstr>
      <vt:lpstr>Problem with Arrays (Fixed Size):</vt:lpstr>
      <vt:lpstr>Why Collections are Used in C#:</vt:lpstr>
      <vt:lpstr>Simple Example For Array vs Collection:</vt:lpstr>
      <vt:lpstr>Types of Collections: </vt:lpstr>
      <vt:lpstr>Generic vs Non-Generic vs Specialized :</vt:lpstr>
      <vt:lpstr>Generic collections: </vt:lpstr>
      <vt:lpstr>PowerPoint Presentation</vt:lpstr>
      <vt:lpstr>Generic Collection Interfaces:</vt:lpstr>
      <vt:lpstr>Dictionary Generic Collection: </vt:lpstr>
      <vt:lpstr>Important Methods In Dictionary:</vt:lpstr>
      <vt:lpstr>A simple code example of Dictionary Generic  Class : </vt:lpstr>
      <vt:lpstr>List Generic Class: </vt:lpstr>
      <vt:lpstr>C# List Methods Table:</vt:lpstr>
      <vt:lpstr>A Sample Code For List Generic  Class:</vt:lpstr>
      <vt:lpstr>Stack Generic Class: </vt:lpstr>
      <vt:lpstr>Stack Methods:</vt:lpstr>
      <vt:lpstr>A Sample Code For Stack Generic  Class:</vt:lpstr>
      <vt:lpstr>Queue Generic Class:  </vt:lpstr>
      <vt:lpstr>Queue Methods:</vt:lpstr>
      <vt:lpstr>A Sample Code For Queue Generic  Class:</vt:lpstr>
      <vt:lpstr>HashSet Generic Class:</vt:lpstr>
      <vt:lpstr>HashSet Methods:</vt:lpstr>
      <vt:lpstr>A Sample Code For HashSet Generic  Class:</vt:lpstr>
      <vt:lpstr>Non-Generic Collections</vt:lpstr>
      <vt:lpstr>Types of Non-Generic Collections in C#</vt:lpstr>
      <vt:lpstr>Specialized Collections:</vt:lpstr>
      <vt:lpstr>Types of Specialized Collections:</vt:lpstr>
      <vt:lpstr>A Sample code for NameValueCollection:</vt:lpstr>
      <vt:lpstr>A Sample code for StringCollection: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2026-03-15T08:10:38Z</dcterms:created>
  <dcterms:modified xsi:type="dcterms:W3CDTF">2026-03-18T04:12:40Z</dcterms:modified>
</cp:coreProperties>
</file>