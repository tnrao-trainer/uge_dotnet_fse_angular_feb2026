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7E692-13B5-5CDC-3839-A23EA6E20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CB837-5CB8-42C0-A509-50ADE431D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845F-32FC-8D57-D94B-6A763F516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B1C9-2FB6-4253-BB20-8C09E9B69A7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968F8-3DA4-9352-1FED-D3E29B725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1636C-CFE5-2C8A-9E45-38D65C59E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8B1F-7B32-46BF-8835-E78783BA0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373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465AE-AAE2-9EE6-99CC-4E0B489D0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0AAB3-42AE-6EF8-7E9A-98305718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295F2-69AE-C463-0EA4-48D386651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B1C9-2FB6-4253-BB20-8C09E9B69A7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C45F3-8847-88B0-AAD5-CCDFCD703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6CFBF-D716-215C-CE86-DAC2499EB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8B1F-7B32-46BF-8835-E78783BA0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602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39A48-FD23-7BBF-0223-9E751E449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93B09-0A66-5B96-7F8A-85DB5C2D2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B033D-7967-91DE-935E-CFEB039E7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B1C9-2FB6-4253-BB20-8C09E9B69A7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87C1A-17E5-89C9-E406-83F9E7E3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AA5DD-4B90-8157-1E50-450C0EF3F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8B1F-7B32-46BF-8835-E78783BA0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180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1CB8-084E-C1E1-692D-5B4349CD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536E4-7B6D-0044-946F-DA556CA8E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BC673-F7DB-2AD8-1A57-05269A5AE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534DA-7BC9-C4BB-1D9C-A4B67DDE4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B1C9-2FB6-4253-BB20-8C09E9B69A7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1C813-16CF-21C5-500E-FFCBB70D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EEF19-F2CA-C1FB-13A4-F150AD9D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8B1F-7B32-46BF-8835-E78783BA0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426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8A427-592A-5630-E226-853792FCE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36014-3CD1-0A7E-F844-97BB40C6D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98ED8-56CA-0573-05EB-E62EAF6FB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6F0D35-4940-EEE7-1371-CBA80CCB2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93808-A76B-AA11-950C-84C7FEFDD9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4BA63-F851-E8BB-648A-2D8063B65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B1C9-2FB6-4253-BB20-8C09E9B69A7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5220CD-999D-2F92-A368-8F5B3213F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150454-9BFE-072B-1D7D-BCFA7177D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8B1F-7B32-46BF-8835-E78783BA0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655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15522-238A-38B4-7C3F-551A873EB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A0F4B0-39DA-7E7C-C4D7-FA235044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B1C9-2FB6-4253-BB20-8C09E9B69A7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155D88-C2B9-258A-FA4A-8D90DE682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853E94-CDE7-102F-EFEC-BB730BED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8B1F-7B32-46BF-8835-E78783BA0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141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11D5FF-11BD-F82F-DE7D-3BE794662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B1C9-2FB6-4253-BB20-8C09E9B69A7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77E69-4739-011C-3349-31ECF5672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A290F-48D4-E701-FD46-83130A698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8B1F-7B32-46BF-8835-E78783BA0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52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D75DD-56DF-A560-DE6C-A0D392AB9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7F8F7-1D70-5C05-DDEF-CE4BFB61D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40CC7-B5B8-C86B-36FC-4449C2CD0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B2C2E-C681-2A15-B8A3-C6C41427E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B1C9-2FB6-4253-BB20-8C09E9B69A7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320B2-31C3-E0CE-FAB1-7D1994FAF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00D0B-75AF-D46E-AB50-8AD968928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8B1F-7B32-46BF-8835-E78783BA0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158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F3A48-8930-0121-CD3F-7FFC4657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9FA399-FA39-5C35-0152-28E61F0ABB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289FB-229A-CD7C-9ECF-7ED370C91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5AA86-DF27-AC62-CF62-63B5B9C3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B1C9-2FB6-4253-BB20-8C09E9B69A7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599CF-53FC-D2FD-55B9-D066E03DA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37294-07F3-5456-EA29-32741F5B7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8B1F-7B32-46BF-8835-E78783BA0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51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BBE65-0127-AB46-8392-0FB25CD56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686E2-9E5C-D5A4-5ADF-5DCE106FF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B5A9E-3EB2-5C56-07C0-CF08E9F07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B1C9-2FB6-4253-BB20-8C09E9B69A7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3688B-75C2-F911-4C05-87E0CBB0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B1564-4E5A-D027-0595-8561BFB8E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8B1F-7B32-46BF-8835-E78783BA0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96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8B871B-EE1C-4FA0-77F9-B8BB12422D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2B0E9-50B9-1F83-D769-CBECD9B3B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0A576-134F-148D-DA75-CBA08165B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B1C9-2FB6-4253-BB20-8C09E9B69A7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95999-3D39-8DBB-DB66-7BFF24FD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751D4-0359-7444-DC23-D898C309F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68B1F-7B32-46BF-8835-E78783BA0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3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193D6-F333-C189-A50C-EB4051916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06EB9-90E7-15D6-E9BC-C61D1D56B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AFFC4-7181-6074-4A8A-3D2B14D23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6B1C9-2FB6-4253-BB20-8C09E9B69A71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5DA42-0A3F-7EC2-E6D7-78327A03A2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ED2DC-C0F6-46C8-0019-570EDDAD7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68B1F-7B32-46BF-8835-E78783BA0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351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3-17 143057">
            <a:extLst>
              <a:ext uri="{FF2B5EF4-FFF2-40B4-BE49-F238E27FC236}">
                <a16:creationId xmlns:a16="http://schemas.microsoft.com/office/drawing/2014/main" id="{D12A6496-F30A-8B7A-CEA1-20BDE57F4F2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6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3-17 133604">
            <a:extLst>
              <a:ext uri="{FF2B5EF4-FFF2-40B4-BE49-F238E27FC236}">
                <a16:creationId xmlns:a16="http://schemas.microsoft.com/office/drawing/2014/main" id="{8ECF7A8A-4684-B0CD-3AF5-E03B891BECD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581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3-17 133619">
            <a:extLst>
              <a:ext uri="{FF2B5EF4-FFF2-40B4-BE49-F238E27FC236}">
                <a16:creationId xmlns:a16="http://schemas.microsoft.com/office/drawing/2014/main" id="{56D6634D-9C80-C3F3-5364-3587EF27DE0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181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3-17 133636">
            <a:extLst>
              <a:ext uri="{FF2B5EF4-FFF2-40B4-BE49-F238E27FC236}">
                <a16:creationId xmlns:a16="http://schemas.microsoft.com/office/drawing/2014/main" id="{AE944429-BB2E-7580-7493-CE118DE349B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43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3-17 133645">
            <a:extLst>
              <a:ext uri="{FF2B5EF4-FFF2-40B4-BE49-F238E27FC236}">
                <a16:creationId xmlns:a16="http://schemas.microsoft.com/office/drawing/2014/main" id="{E418D968-7FDD-DB48-DC81-89290B51D71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998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3-17 142416">
            <a:extLst>
              <a:ext uri="{FF2B5EF4-FFF2-40B4-BE49-F238E27FC236}">
                <a16:creationId xmlns:a16="http://schemas.microsoft.com/office/drawing/2014/main" id="{62B2B0F5-D660-79C2-A291-54300B16213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740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3-17 133703">
            <a:extLst>
              <a:ext uri="{FF2B5EF4-FFF2-40B4-BE49-F238E27FC236}">
                <a16:creationId xmlns:a16="http://schemas.microsoft.com/office/drawing/2014/main" id="{EBFF5442-0D84-8FCD-184F-1D5924BC7E5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29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3-17 133711">
            <a:extLst>
              <a:ext uri="{FF2B5EF4-FFF2-40B4-BE49-F238E27FC236}">
                <a16:creationId xmlns:a16="http://schemas.microsoft.com/office/drawing/2014/main" id="{54825D4D-8B14-C390-C1BF-2AB3234085D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725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3-17 133719">
            <a:extLst>
              <a:ext uri="{FF2B5EF4-FFF2-40B4-BE49-F238E27FC236}">
                <a16:creationId xmlns:a16="http://schemas.microsoft.com/office/drawing/2014/main" id="{8B88F197-7B3D-86FE-CC61-58F264DCEF4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12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3-17 133726">
            <a:extLst>
              <a:ext uri="{FF2B5EF4-FFF2-40B4-BE49-F238E27FC236}">
                <a16:creationId xmlns:a16="http://schemas.microsoft.com/office/drawing/2014/main" id="{140DF9F6-8C16-1D7D-BE6C-292431B4A15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218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3-17 133733">
            <a:extLst>
              <a:ext uri="{FF2B5EF4-FFF2-40B4-BE49-F238E27FC236}">
                <a16:creationId xmlns:a16="http://schemas.microsoft.com/office/drawing/2014/main" id="{2BBD8759-215F-8F2F-DA1D-3E5DFB28169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993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3-17 133739">
            <a:extLst>
              <a:ext uri="{FF2B5EF4-FFF2-40B4-BE49-F238E27FC236}">
                <a16:creationId xmlns:a16="http://schemas.microsoft.com/office/drawing/2014/main" id="{2D7F6AC7-C89B-FFE2-52AA-CE9C1096C8A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32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Nirupa Poguru</dc:creator>
  <cp:lastModifiedBy>Nirupa Poguru</cp:lastModifiedBy>
  <cp:revision>1</cp:revision>
  <dcterms:created xsi:type="dcterms:W3CDTF">2026-03-17T09:11:58Z</dcterms:created>
  <dcterms:modified xsi:type="dcterms:W3CDTF">2026-03-17T09:15:30Z</dcterms:modified>
</cp:coreProperties>
</file>